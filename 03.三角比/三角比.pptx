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5" r:id="rId9"/>
    <p:sldId id="266" r:id="rId10"/>
    <p:sldId id="267" r:id="rId11"/>
    <p:sldId id="264" r:id="rId12"/>
    <p:sldId id="26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28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4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0 332 24575,'1'2'0,"-1"-1"0,0 0 0,1 1 0,-1-1 0,1 0 0,-1 1 0,1-1 0,0 0 0,0 1 0,-1-1 0,1 0 0,0 0 0,0 0 0,0 0 0,0 0 0,1 0 0,-1 0 0,0 0 0,0 0 0,0-1 0,3 2 0,31 13 0,-28-13 0,11 3 0,0-2 0,0 0 0,1 0 0,-1-2 0,1-1 0,35-3 0,3 1 0,-31 2 0,68-3 0,-84 2 0,0-1 0,0 0 0,0-1 0,0 0 0,-1 0 0,1-1 0,9-6 0,9-4 0,0 1 0,32-9 0,-39 14 0,0-2 0,0 1 0,0-2 0,24-18 0,6-1 0,-35 21 0,0 0 0,-1-1 0,29-24 0,-39 28 0,-1 0 0,1 1 0,-1-2 0,-1 1 0,5-8 0,-4 6 0,0 1 0,0-1 0,8-9 0,-9 14-114,-1 0 1,0 0-1,0-1 0,0 1 0,0-1 1,0 1-1,-1-1 0,0 0 0,0 1 1,0-1-1,1-6 0,-1-3-6712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6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0 24575,'0'3'0,"-1"0"0,0-1 0,1 1 0,-1 0 0,0-1 0,-1 1 0,1 0 0,0-1 0,-1 0 0,-2 4 0,-3 5 0,-27 50 0,-72 137 0,89-161 0,2 1 0,1 0 0,-13 63 0,2 62 0,24-153 0,-1 7-1365,0-2-5461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7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24575,'1'6'0,"1"0"0,-1 0 0,1 0 0,0-1 0,0 1 0,1-1 0,-1 1 0,5 5 0,6 14 0,32 90 0,-24-56 0,53 102 0,-41-109 0,-23-40 0,-1 1 0,-1 1 0,0 0 0,-1 0 0,5 15 0,2-1-1365,-6-17-5461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24575,'0'-3'0,"3"-1"0,4 0 0,4 1 0,3 1 0,2 0 0,1 2 0,1-1 0,1 1 0,-4-2 0,-1-2 0,1 0 0,0 2 0,0 0 0,-1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1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0 24575,'-1'6'0,"-1"0"0,0 0 0,0-1 0,0 1 0,-1-1 0,0 1 0,0-1 0,0 0 0,0 0 0,-1 0 0,-7 6 0,-1 5 0,-3 3 0,7-9 0,0 1 0,0 0 0,1 0 0,1 1 0,-10 22 0,10-13 0,1 0 0,1 0 0,0 0 0,2 1 0,0 0 0,3 27 0,-2-37 0,0 1 0,-1 0 0,-3 12 0,-3 28 0,6 190 0,3-126 0,-1-110-54,0-1-1,0 1 0,1 0 1,-1-1-1,2 1 1,-1 0-1,1-1 0,0 1 1,0-1-1,0 0 1,1 0-1,0 0 0,0 0 1,1 0-1,0-1 0,0 1 1,0-1-1,0 0 1,1 0-1,0-1 0,0 1 1,0-1-1,1 0 1,9 5-1,-5-4-6771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2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24575,'0'-2'0,"1"0"0,-1 0 0,0 0 0,0 0 0,1 0 0,0 1 0,-1-1 0,1 0 0,0 0 0,0 0 0,0 1 0,0-1 0,0 0 0,0 1 0,0-1 0,0 1 0,2-2 0,1 0 0,0 0 0,-1 0 0,1 1 0,0-1 0,1 1 0,-1 0 0,5-2 0,4 0 0,0 1 0,0 0 0,1 0 0,14 0 0,-23 2 0,-1 1 0,0 0 0,0 0 0,0 1 0,1-1 0,-1 1 0,0 0 0,0 0 0,0 0 0,0 1 0,0-1 0,0 1 0,0 0 0,-1 0 0,1 0 0,4 4 0,-3-2 0,-1 1 0,0 0 0,0 0 0,0 0 0,-1 0 0,1 0 0,-1 1 0,-1-1 0,1 1 0,1 6 0,2 8 0,-1-1 0,-2 1 0,0 1 0,-1-1 0,-1 36 0,-1-44 0,0 0 0,-1 0 0,-1-1 0,0 1 0,-5 13 0,6-20 0,-1-1 0,0 0 0,0 1 0,0-1 0,-1 0 0,1 0 0,-1 0 0,0 0 0,0-1 0,-1 1 0,1-1 0,-1 0 0,0 0 0,1 0 0,-8 4 0,-7 1 0,0-1 0,-30 9 0,-11 4 0,89-16 0,-17-3 0,1 1 0,-1 0 0,0 1 0,0 1 0,0 0 0,0 0 0,22 12 0,-30-13 0,-1-1 0,1 1 0,-1 0 0,1 0 0,-1 1 0,0-1 0,0 1 0,-1 0 0,1 0 0,-1 0 0,0 1 0,0-1 0,0 1 0,0 0 0,-1 0 0,0 0 0,0 0 0,0 0 0,-1 0 0,1 0 0,-1 1 0,0 5 0,0-1 0,-1 0 0,-1 0 0,1 0 0,-5 19 0,4-24 0,-1-1 0,0 0 0,0 1 0,0-1 0,0 0 0,-1 0 0,1 0 0,-1 0 0,0-1 0,-1 1 0,1-1 0,-6 5 0,-3 2 0,-1-1 0,0 0 0,-1-1 0,-21 9 0,27-13 0,1-2 0,0 1 0,0-1 0,-1 0 0,0 0 0,1-1 0,-1 0 0,0-1 0,1 0 0,-1 0 0,-9-1 0,15 0-47,-1 1 0,1-1 0,0 0 0,0 0 0,0 0 0,0 0 0,0 0 0,0 0 0,0 0-1,0-1 1,1 1 0,-1-1 0,0 1 0,1-1 0,-1 0 0,1 0 0,0 0 0,-1 1 0,1-1 0,0 0 0,0-1 0,0 1-1,1 0 1,-1 0 0,0 0 0,1 0 0,-1-1 0,1-1 0,-2-12-6779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24575,'3'4'0,"-1"-1"0,1 1 0,-1 0 0,0-1 0,0 1 0,-1 0 0,1 1 0,1 6 0,1 4 0,9 20 0,-3 1 0,-1 0 0,8 74 0,-10-49 0,3 83 0,-11-57-1365,1-72-5461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7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24575,'87'-1'0,"-27"-1"0,1 3 0,-1 2 0,67 13 0,-124-15 0,1 0 0,-1 0 0,0 1 0,0-1 0,0 1 0,0 0 0,0 0 0,0 0 0,0 0 0,0 1 0,-1-1 0,1 1 0,-1 0 0,0-1 0,0 1 0,0 0 0,0 0 0,-1 0 0,4 7 0,1 7 0,0-1 0,6 33 0,-6-22 0,-1-2 0,-1 0 0,-1 0 0,-2 0 0,-1 38 0,2 39 0,7-54 93,-6-35-579,-1 0 0,2 18 0,-4-16-6340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36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55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24575,'0'-390'0,"3"364"0,0 0 0,2 0 0,0 0 0,2 1 0,13-31 0,-19 53 0,0 0 0,0 0 0,1 1 0,-1-1 0,1 1 0,0-1 0,0 1 0,0 0 0,0-1 0,0 1 0,0 0 0,1 0 0,-1 1 0,0-1 0,1 0 0,0 1 0,-1 0 0,1 0 0,0-1 0,0 1 0,0 1 0,0-1 0,3 0 0,7-1 0,1 1 0,0 1 0,26 2 0,-12-1 0,262 2 0,-281-3-236,0-1-1,0-1 1,0 0-1,11-3 0,-19 4 55,11-2-6644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08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0 625 24575,'0'-464'0,"0"449"0,0-1 0,1 0 0,1 1 0,1-1 0,0 1 0,6-19 0,-8 31 0,0 1 0,0 0 0,1 0 0,-1 1 0,1-1 0,-1 0 0,1 0 0,0 1 0,0-1 0,-1 1 0,1-1 0,0 1 0,0 0 0,0 0 0,1 0 0,-1 0 0,0 0 0,0 0 0,1 1 0,-1-1 0,4 0 0,6 0 0,0 0 0,0 0 0,13 2 0,-6 0 0,589 4-1365,-596-5-5461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2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24575,'1'16'0,"1"-1"0,0 0 0,0 1 0,2-1 0,0 0 0,0 0 0,2-1 0,0 0 0,0 1 0,1-2 0,1 1 0,17 21 0,-18-27 0,1 0 0,16 13 0,10 9 0,-25-22 0,1-1 0,1 0 0,0 0 0,0-1 0,0 0 0,0-1 0,17 5 0,-15-5 0,-1-1 0,0-1 0,1 0 0,-1-1 0,21 2 0,-21-4 0,-1 1 0,1 1 0,-1 0 0,1 1 0,19 7 0,-17-4 0,0 0 0,1-1 0,0-1 0,0 0 0,0-1 0,0-1 0,0 0 0,1-1 0,15-1 0,-18 0-195,0-2 0,0 0 0,0 0 0,-1-1 0,1-1 0,17-7 0,-16 6-6631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24575,'-2'1'0,"1"0"0,-1 0 0,0 1 0,0-1 0,0 0 0,1 1 0,-1-1 0,1 1 0,-1 0 0,1-1 0,0 1 0,-1 0 0,1 0 0,0 0 0,0 0 0,1 0 0,-2 2 0,-1 3 0,-8 10 0,-1-1 0,0 1 0,-18 17 0,1-2 0,28-31 0,0 0 0,0 0 0,0 1 0,0-1 0,0 0 0,1 0 0,-1 0 0,0 1 0,0-1 0,1 0 0,-1 1 0,1-1 0,-1 0 0,1 1 0,0-1 0,0 1 0,0-1 0,-1 0 0,1 1 0,0-1 0,1 1 0,-1-1 0,0 1 0,1 1 0,0-1 0,0-1 0,0 1 0,1-1 0,-1 0 0,0 1 0,1-1 0,-1 0 0,1 0 0,-1 0 0,1 0 0,0 0 0,-1 0 0,1-1 0,0 1 0,0-1 0,0 1 0,-1-1 0,4 1 0,26 3-43,0-2 0,0 0 0,38-5 0,-25 2-1150,-25 1-5633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8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24575,'-2'3'0,"-2"4"0,-3 7 0,0 3 0,1 6 0,2 2 0,1 2 0,1 3 0,1 2 0,1 2 0,0 0 0,0 2 0,1-3 0,-1-4 0,0-4 0,0-4 0,0-1 0,1-5-8191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9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24575,'1'1'0,"0"0"0,0 0 0,0 0 0,0 1 0,0-1 0,-1 0 0,1 0 0,0 0 0,-1 1 0,1-1 0,-1 0 0,1 1 0,-1-1 0,0 1 0,0-1 0,0 0 0,0 1 0,0 1 0,1-1 0,1 20 0,-1 32 0,-1-38 0,0 0 0,1 0 0,0 0 0,5 18 0,-6-33 0,0-1 0,0 1 0,0 0 0,0-1 0,0 1 0,1 0 0,-1-1 0,0 1 0,0-1 0,1 1 0,-1-1 0,0 1 0,1 0 0,-1-1 0,0 1 0,1-1 0,-1 0 0,1 1 0,-1-1 0,1 1 0,-1-1 0,1 0 0,-1 1 0,1-1 0,-1 0 0,1 1 0,0-1 0,-1 0 0,1 0 0,-1 0 0,1 0 0,0 1 0,-1-1 0,1 0 0,0 0 0,-1 0 0,1 0 0,-1-1 0,1 1 0,0 0 0,-1 0 0,1 0 0,-1 0 0,1-1 0,0 1 0,-1 0 0,1 0 0,0-1 0,5-3 0,-1 0 0,0 0 0,0 0 0,6-7 0,7-5 0,-17 16 0,0-1 0,1 0 0,-1 0 0,1 1 0,-1-1 0,1 1 0,0-1 0,-1 1 0,1 0 0,0-1 0,-1 1 0,1 0 0,0 0 0,-1 0 0,1 0 0,-1 1 0,1-1 0,0 0 0,1 1 0,0 1 0,0-1 0,-1 1 0,1-1 0,-1 1 0,1 0 0,-1 0 0,0 0 0,0 0 0,0 0 0,2 3 0,4 6 0,-1 1 0,0 0 0,10 23 0,-14-27 0,-1-5 0,-1 1 0,1-1 0,-1 1 0,0-1 0,0 1 0,-1-1 0,1 1 0,-1-1 0,1 1 0,-1 0 0,0-1 0,-1 1 0,1-1 0,-1 1 0,1-1 0,-1 1 0,0-1 0,-2 6 0,1-5 0,-1-1 0,1 1 0,-1-1 0,1 0 0,-1 0 0,0 0 0,0 0 0,0 0 0,-1-1 0,1 1 0,-1-1 0,1 0 0,-1 0 0,0 0 0,-6 2 0,-27 8-1365,21-7-5461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0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24575,'7'-3'0,"4"-1"0,3 0 0,3 1 0,1 1 0,-2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2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54 150 24575,'-2'0'0,"0"0"0,-1 0 0,1 0 0,0 0 0,-1 0 0,1-1 0,0 1 0,-1-1 0,1 0 0,0 0 0,0 1 0,0-1 0,0-1 0,0 1 0,-4-2 0,5 1 0,-1-1 0,1 1 0,-1 0 0,1 0 0,0 0 0,0-1 0,0 1 0,0-1 0,0 1 0,0-1 0,1 1 0,-1-1 0,1 1 0,0-4 0,0 0 0,0 1 0,0 0 0,1 0 0,0 0 0,0-1 0,1 1 0,-1 0 0,1 0 0,0 1 0,1-1 0,-1 0 0,5-5 0,-6 8 0,0 0 0,0 0 0,0 1 0,0-1 0,1 0 0,-1 1 0,1-1 0,-1 1 0,1-1 0,-1 1 0,1 0 0,0-1 0,0 1 0,0 0 0,0 0 0,0 0 0,0 1 0,0-1 0,0 0 0,0 1 0,0 0 0,0-1 0,0 1 0,0 0 0,0 0 0,1 0 0,-1 0 0,0 0 0,0 1 0,0-1 0,0 1 0,3 0 0,-3 0 7,-1 0-1,1 0 0,-1 1 0,1-1 1,-1 0-1,1 1 0,-1-1 1,0 0-1,0 1 0,0 0 0,0-1 1,0 1-1,0 0 0,0-1 1,0 1-1,-1 0 0,1 0 0,0 3 1,2 35-1479,-3-40 1459,0 17-6813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24575,'28'39'0,"-1"0"0,-6-16 0,-3-5 0,0 2 0,-1 0 0,17 30 0,-21-30 0,-2 1 0,0 1 0,-2 0 0,0 1 0,-1 0 0,-2 0 0,0 0 0,-1 1 0,-2 0 0,1 37 0,-5 10 0,2 69 0,5-111-1365,-2-18-5461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8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24575,'-1'3'0,"0"-1"0,0 1 0,0-1 0,0 1 0,-1-1 0,0 0 0,1 1 0,-1-1 0,0 0 0,-2 2 0,-2 3 0,-3 3 0,-1-1 0,1 0 0,-2-1 0,1 0 0,-16 9 0,14-10 0,2 0 0,-1 1 0,1 0 0,0 1 0,-14 15 0,-11 12 0,35-36 0,0 1 0,0-1 0,-1 0 0,1 0 0,0 1 0,0-1 0,0 0 0,0 1 0,0-1 0,0 0 0,0 0 0,0 1 0,0-1 0,0 0 0,0 1 0,0-1 0,0 0 0,0 1 0,0-1 0,0 0 0,0 1 0,0-1 0,0 0 0,0 0 0,0 1 0,1-1 0,-1 0 0,0 0 0,0 1 0,0-1 0,0 0 0,1 0 0,-1 1 0,0-1 0,0 0 0,1 0 0,-1 0 0,0 1 0,0-1 0,1 0 0,-1 0 0,0 0 0,1 0 0,-1 0 0,0 0 0,0 0 0,1 0 0,-1 0 0,1 0 0,18 4 0,-19-4 0,70 5 0,102-5 0,-65-3 0,-88 3-1365,-3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9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24575,'0'27'0,"4"89"0,-2-101 0,1 1 0,0-1 0,1 0 0,0 0 0,10 21 0,-6-17-341,0 0 0,-2 0-1,6 26 1,-10-32-6485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24575,'-1'56'0,"0"-25"0,1-1 0,6 46 0,-6-73 0,0 0 0,1-1 0,-1 1 0,1-1 0,0 1 0,-1-1 0,1 1 0,1-1 0,-1 1 0,0-1 0,0 0 0,1 0 0,0 0 0,-1 0 0,1 0 0,0 0 0,0 0 0,0 0 0,3 2 0,-2-3 0,0 0 0,0 0 0,0-1 0,-1 1 0,1-1 0,0 0 0,0 1 0,0-1 0,0-1 0,0 1 0,0 0 0,-1-1 0,1 1 0,0-1 0,0 0 0,0 0 0,4-2 0,-5 2 0,0 0 0,1 0 0,-1 0 0,0 1 0,0-1 0,1 1 0,-1-1 0,0 1 0,1 0 0,-1 0 0,1 0 0,-1 0 0,0 1 0,1-1 0,-1 0 0,0 1 0,4 1 0,-3 0 0,-1-1 0,1 1 0,-1 0 0,0 0 0,1 0 0,-1 0 0,0 0 0,0 0 0,-1 1 0,1-1 0,0 1 0,-1-1 0,0 1 0,2 3 0,2 6 0,-1 1 0,0 0 0,-1 0 0,0 0 0,0 16 0,-3-27 0,0-1 0,0 1 0,0 0 0,0-1 0,0 1 0,-1-1 0,1 1 0,-1-1 0,1 1 0,-1-1 0,1 1 0,-1-1 0,0 1 0,0-1 0,0 0 0,0 1 0,0-1 0,0 0 0,0 0 0,0 0 0,0 0 0,-1 0 0,1 0 0,0 0 0,-1 0 0,1 0 0,-1-1 0,1 1 0,-1 0 0,1-1 0,-1 1 0,-1-1 0,-7 2 0,1 0 0,-1-1 0,1 0 0,-12-1 0,13 0 0,-9 1-103,-11 0 221,-37-4 0,58 2-254,0 0 0,-1 0 0,1-1-1,0 0 1,0 0 0,0-1 0,0 0 0,0 0-1,1-1 1,-8-4 0,3-2-6690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5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0,4 1 0,1 0 0,2-1 0,-1 0 0,0-2 0,-4 3 0,-1 0 0,-1-1 0,-2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7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90 104 24575,'0'1'0,"1"5"0,-1-1 0,-1 1 0,1 0 0,-1 0 0,-2 8 0,3-13 0,-1-1 0,1 1 0,0 0 0,0-1 0,-1 1 0,1-1 0,0 1 0,-1-1 0,1 1 0,0-1 0,-1 1 0,1-1 0,-1 1 0,1-1 0,-1 0 0,1 1 0,-1-1 0,1 0 0,-1 1 0,0-1 0,1 0 0,-1 0 0,0 1 0,0-1 0,-1-1 0,1 1 0,0 0 0,-1 0 0,1-1 0,0 1 0,-1-1 0,1 1 0,0-1 0,0 1 0,-1-1 0,1 0 0,0 0 0,0 1 0,-1-3 0,-4-2 0,1 1 0,1-2 0,-1 1 0,1 0 0,0-1 0,0 0 0,1 0 0,-5-9 0,6 11 0,1 0 0,-1 0 0,1 0 0,0 0 0,0 0 0,0 0 0,0 0 0,1 0 0,0 0 0,0 0 0,0 0 0,0-1 0,1 1 0,-1 0 0,3-6 0,-3 9 0,0 0 0,1 0 0,-1 0 0,0 0 0,1 0 0,-1 0 0,1 0 0,0 0 0,-1 0 0,1 0 0,0 0 0,0 1 0,-1-1 0,1 0 0,0 0 0,0 1 0,0-1 0,0 1 0,0-1 0,0 1 0,0-1 0,0 1 0,0-1 0,0 1 0,0 0 0,0 0 0,0-1 0,0 1 0,0 0 0,1 0 0,-1 0 0,0 0 0,0 0 0,0 1 0,0-1 0,0 0 0,0 0 0,0 1 0,0-1 0,0 1 0,0-1 0,0 1 0,2 0 0,0 1 0,0 0 0,1 1 0,-1-1 0,0 1 0,0 0 0,0 0 0,-1 0 0,1 0 0,-1 0 0,4 7 0,4 24 130,-5-10-1625,-1-12-5331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6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24575,'1'7'0,"0"-1"0,0 1 0,0 0 0,1-1 0,0 1 0,0-1 0,0 0 0,1 0 0,7 11 0,4 6 0,20 22 0,-22-30 0,4 6 0,3 5 0,2 0 0,26 24 0,-36-42 0,0-1 0,0 0 0,0-1 0,1 0 0,0 0 0,23 6 0,9 5 0,-13-5 0,1-1 0,0-2 0,1-1 0,-1-2 0,38 3 0,54 6 0,-53-10 0,-50-4 0,0 0 0,32 6 0,-31-3-74,0-1-1,0-2 0,36-1 1,-31-1-993,-12 1-5759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24575,'-39'79'0,"-46"135"0,78-186 0,1 2 0,1-1 0,2 0 0,1 1 0,1 0 0,2 0 0,8 56 0,-7-64 0,2 0 0,0-1 0,2 1 0,0-1 0,2 0 0,16 35 0,-22-54 0,-1 1 0,1-1 0,0 0 0,0 0 0,0 0 0,0 0 0,0 0 0,0 0 0,0-1 0,1 1 0,-1-1 0,0 1 0,1-1 0,0 0 0,-1 0 0,1 0 0,0 0 0,-1-1 0,1 1 0,0-1 0,0 1 0,-1-1 0,1 0 0,0 0 0,0-1 0,0 1 0,-1 0 0,1-1 0,0 0 0,0 1 0,4-4 0,4 0 0,0-1 0,0 0 0,-1-1 0,0 0 0,0 0 0,10-11 0,-13 11 0,0 0 0,0-1 0,-1 0 0,1 0 0,-2-1 0,1 0 0,-1 0 0,-1 0 0,1-1 0,-1 1 0,-1-1 0,0 0 0,0 0 0,0-1 0,-1 1 0,-1 0 0,0-1 0,0 1 0,-1-13 0,0 19 0,0 1 0,-1 0 0,1 0 0,-1-1 0,0 1 0,0 0 0,1 0 0,-1 0 0,-1 0 0,1 0 0,0 0 0,0 0 0,-1 1 0,1-1 0,-1 0 0,1 1 0,-1-1 0,0 1 0,0 0 0,0-1 0,1 1 0,-1 0 0,0 0 0,-1 0 0,1 0 0,0 0 0,-3 0 0,-6-2 0,0 1 0,0 0 0,0 1 0,-14 0 0,16 1 0,-181-1-1365,166 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9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22 24575,'-1'0'0,"-1"1"0,1-1 0,-1 1 0,1-1 0,0 1 0,-1 0 0,1 0 0,0-1 0,-1 1 0,1 0 0,0 0 0,0 0 0,0 0 0,0 0 0,0 1 0,0-1 0,0 0 0,0 0 0,0 1 0,1-1 0,-1 0 0,-1 3 0,-11 34 0,12-36 0,-5 28 0,1 0 0,2 0 0,1 0 0,1 1 0,7 56 0,-6-83 0,0-1 0,1 1 0,0 0 0,0 0 0,0-1 0,0 1 0,1-1 0,-1 1 0,1-1 0,0 0 0,0 1 0,0-1 0,0 0 0,0 0 0,1 0 0,0-1 0,5 5 0,-3-3 0,0-1 0,0 0 0,0-1 0,0 0 0,1 1 0,-1-2 0,1 1 0,-1 0 0,1-1 0,11 1 0,-8-2 0,1 0 0,0 0 0,0 0 0,-1-1 0,1-1 0,-1 0 0,1 0 0,-1-1 0,0 0 0,0-1 0,0 1 0,0-2 0,15-9 0,-10 3 0,-1-1 0,22-23 0,-31 29 0,1 0 0,-1 0 0,0 0 0,-1 0 0,0-1 0,0 0 0,0 1 0,-1-1 0,3-12 0,-2 2 0,0-1 0,-1 0 0,-1 1 0,-1-1 0,-1 0 0,0 0 0,-5-21 0,5 35 0,0 0 0,-1 0 0,0 0 0,0 0 0,0 0 0,0 1 0,-1-1 0,0 1 0,1-1 0,-1 1 0,0 0 0,-1 0 0,1 0 0,0 1 0,-1-1 0,0 1 0,1 0 0,-1-1 0,0 2 0,0-1 0,0 0 0,0 1 0,-1 0 0,1 0 0,-6 0 0,-10-2 0,0 1 0,-1 2 0,1 0 0,-22 3 0,33-2 0,-34 6-1365,26-4-5461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0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24575,'-4'0'0,"-1"0"0,0 0 0,1 0 0,-1 1 0,1-1 0,-1 1 0,0 0 0,-8 4 0,12-4 0,-1 0 0,0 1 0,1-1 0,-1 1 0,1-1 0,-1 1 0,1-1 0,0 1 0,-1 0 0,1 0 0,0 0 0,0 0 0,1 0 0,-1 0 0,0 0 0,0 0 0,1 0 0,0 0 0,-1 0 0,1 0 0,0 4 0,-1 4 0,0-1 0,1 1 0,0 0 0,0 0 0,4 17 0,-3-24 0,-1-1 0,1 1 0,0-1 0,0 1 0,0-1 0,1 1 0,-1-1 0,0 0 0,1 0 0,0 1 0,-1-1 0,1 0 0,0 0 0,0-1 0,0 1 0,0 0 0,1-1 0,-1 1 0,0-1 0,1 0 0,-1 0 0,1 0 0,-1 0 0,1 0 0,3 1 0,-2-2 0,-1 1 0,0 0 0,0-1 0,0 0 0,1 1 0,-1-1 0,0-1 0,0 1 0,0 0 0,1-1 0,-1 1 0,0-1 0,0 0 0,5-2 0,-6 1 0,-1 1 0,1-1 0,0 1 0,-1-1 0,1 1 0,-1-1 0,1 0 0,-1 0 0,0 0 0,0 0 0,0 0 0,0 0 0,0 0 0,0 0 0,-1 0 0,1-1 0,0 1 0,-1 0 0,0 0 0,0-1 0,0-2 0,-1-67-1365,0 56-5461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3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24575,'4'2'0,"0"-1"0,-1 1 0,0 0 0,1 0 0,-1 0 0,0 0 0,0 1 0,0-1 0,0 1 0,-1 0 0,1 0 0,3 5 0,4 3 0,124 136 0,-123-135 0,-1 2 0,0-1 0,-1 1 0,-1 1 0,0 0 0,-1 0 0,10 30 0,10 31 0,-19-56 0,0 0 0,-2 0 0,0 1 0,-2 0 0,0 0 0,1 27 0,-5 57-1365,-1-90-5461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5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24575,'0'-12'0,"0"0"0,1-1 0,0 1 0,1 0 0,1 0 0,4-13 0,-5 18 0,1 1 0,1-1 0,-1 1 0,1 0 0,0 0 0,0 1 0,1-1 0,0 1 0,0 0 0,0 0 0,0 0 0,7-3 0,0 0 0,-1 0 0,1 1 0,1 0 0,0 1 0,23-8 0,-33 12 0,0 1 0,1 0 0,-1 0 0,1 1 0,0-1 0,-1 1 0,1 0 0,-1 0 0,1 0 0,0 0 0,-1 0 0,1 1 0,-1 0 0,1 0 0,-1 0 0,1 0 0,-1 0 0,1 1 0,-1-1 0,0 1 0,0 0 0,0 0 0,0 0 0,0 1 0,-1-1 0,1 0 0,3 5 0,3 7 0,-1-1 0,0 2 0,-1-1 0,-1 1 0,8 28 0,14 81 0,-27-122 0,-1 1 0,1 0 0,-1-1 0,0 1 0,0 0 0,0-1 0,0 1 0,0 0 0,-1-1 0,1 1 0,-1 0 0,0-1 0,1 1 0,-1-1 0,0 1 0,-1-1 0,1 1 0,0-1 0,-1 0 0,1 0 0,-1 0 0,-2 3 0,-3 0 0,1 0 0,-1-1 0,0 0 0,0 0 0,0 0 0,-10 2 0,-3-2 0,17-7 0,12-3 0,-2 3 0,-1 1 0,1 0 0,0 0 0,0 1 0,-1 0 0,1 0 0,0 0 0,0 1 0,0 0 0,0 1 0,0-1 0,0 1 0,-1 1 0,1-1 0,0 1 0,-1 0 0,1 1 0,-1-1 0,0 1 0,1 1 0,-1-1 0,-1 1 0,1 0 0,7 7 0,-8-7 0,0 1 0,-1-1 0,0 1 0,0 0 0,0 0 0,0 0 0,-1 1 0,0-1 0,0 1 0,-1 0 0,5 12 0,-6-13 0,0 0 0,-1 0 0,1-1 0,-1 1 0,0 0 0,0 0 0,-1 0 0,1 0 0,-1 0 0,0 0 0,-1 0 0,1 0 0,-1-1 0,0 1 0,0-1 0,-4 8 0,2-8 0,1 0 0,0 0 0,-1-1 0,1 1 0,-1-1 0,0 0 0,0 0 0,0-1 0,-1 1 0,1-1 0,-1 1 0,1-1 0,-1-1 0,-5 2 0,0 0 0,0-1 0,1 0 0,-1 0 0,0-1 0,0-1 0,-12 0 0,20 0-136,-1-1-1,1 1 1,-1-1-1,0 0 1,1 1-1,-1-1 1,1 0-1,-1-1 0,-2-1 1,-7-5-6690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6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161 150 24575,'1'-25'0,"0"10"0,-1-1 0,-2-22 0,2 35 0,-1 0 0,1 0 0,-1 0 0,0 0 0,0 0 0,0 0 0,0 0 0,0 0 0,0 0 0,-1 1 0,0-1 0,1 1 0,-1-1 0,0 1 0,0-1 0,-1 1 0,1 0 0,-4-2 0,5 3 0,0 1 0,0-1 0,-1 1 0,1 0 0,0-1 0,-1 1 0,1 0 0,0 0 0,-1 0 0,1 0 0,0 0 0,0 1 0,-1-1 0,1 0 0,0 0 0,-1 1 0,1-1 0,0 1 0,0-1 0,-1 1 0,1 0 0,0-1 0,0 1 0,0 0 0,0 0 0,0 0 0,0 0 0,0 0 0,0 0 0,1 0 0,-1 0 0,0 0 0,-1 2 0,-3 6 0,-1-1 0,1 1 0,-4 10 0,9-17 0,-12 24 0,1 1 0,1 0 0,2 1 0,1 0 0,1 0 0,1 0 0,2 1 0,0 0 0,2 0 0,3 31 0,0-49 0,0 0 0,1-1 0,0 1 0,1 0 0,0-1 0,1 0 0,0 0 0,8 12 0,-9-15 0,1 0 0,0-1 0,0 1 0,0-1 0,1-1 0,-1 1 0,1-1 0,1 0 0,-1 0 0,1-1 0,0 0 0,9 5 0,-13-9 0,0 1 0,0-1 0,0 1 0,0-1 0,1 0 0,-1 0 0,0 0 0,0-1 0,0 1 0,1-1 0,-1 0 0,0 1 0,0-2 0,0 1 0,0 0 0,0 0 0,-1-1 0,1 0 0,0 1 0,-1-1 0,1 0 0,-1 0 0,3-3 0,8-8 0,-1 0 0,-1 0 0,10-16 0,-12 17 0,-3 4 0,-2 1 0,1-1 0,-1-1 0,0 1 0,-1 0 0,0-1 0,0 0 0,-1 0 0,0 0 0,1-12 0,-1-9 0,-3-55 0,-2 22 0,3 58 7,0 0 0,-1 0-1,0 0 1,0 0 0,0 1-1,-1-1 1,0 0-1,1 1 1,-2-1 0,1 1-1,0-1 1,-1 1 0,0 0-1,0 0 1,0 0 0,-1 1-1,-3-5 1,-1 1-193,-1 1 1,1 0-1,-1 0 0,0 1 1,-1 0-1,1 0 1,-12-3-1,5 2-6640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8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50 24575,'0'-2'0,"-1"-1"0,0 0 0,0 1 0,0-1 0,0 1 0,-1 0 0,1-1 0,-1 1 0,1 0 0,-1 0 0,0 0 0,0 0 0,0 0 0,0 1 0,0-1 0,0 0 0,0 1 0,-1 0 0,1-1 0,-1 1 0,1 0 0,-1 0 0,1 0 0,-5 0 0,5 0 0,0 1 0,-1-1 0,1 1 0,-1-1 0,1 1 0,-1 0 0,1 0 0,-1 0 0,0 0 0,1 1 0,-1-1 0,-2 2 0,3-2 0,1 1 0,-1 0 0,1-1 0,0 1 0,0 0 0,0 0 0,-1 0 0,1 0 0,0 0 0,0 0 0,0 0 0,0 0 0,1 1 0,-1-1 0,0 0 0,0 0 0,1 1 0,-1-1 0,1 0 0,-1 1 0,1-1 0,-1 3 0,-1 19 0,0 1 0,2-1 0,0 1 0,5 25 0,-5-47 0,0-1 0,0 1 0,1 0 0,-1-1 0,1 1 0,-1 0 0,1-1 0,0 1 0,-1-1 0,1 1 0,0-1 0,0 0 0,0 1 0,0-1 0,0 0 0,0 1 0,1-1 0,-1 0 0,0 0 0,4 2 0,-2-2 0,0 1 0,0-1 0,1 0 0,-1 0 0,1 0 0,-1-1 0,1 1 0,0-1 0,5 0 0,3 0 0,-1-1 0,1-1 0,0 0 0,-1-1 0,14-4 0,-23 6 0,0 0 0,1 0 0,-1 0 0,0 0 0,0-1 0,0 1 0,0 0 0,0-1 0,0 1 0,-1-1 0,1 0 0,0 0 0,-1 0 0,0 0 0,1 0 0,-1 0 0,0 0 0,0 0 0,0 0 0,0 0 0,0-1 0,0 1 0,-1 0 0,1-1 0,-1 1 0,0 0 0,0-1 0,0 1 0,0-1 0,0 1 0,0-1 0,-1 1 0,1 0 0,-1-3 0,-1-2 0,0 1 0,0-1 0,-1 1 0,1 0 0,-1-1 0,-1 1 0,1 1 0,-1-1 0,0 0 0,-9-9 0,-15-10-1365,20 19-5461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34:51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36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6:50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49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0 24575,'-9'127'0,"0"-10"0,9 293 0,0-405-136,1 1-1,-1-1 1,1 0-1,0 1 1,0-1-1,0 1 1,1-1-1,0 0 0,3 7 1,2 0-6690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1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24575,'355'0'0,"-342"-1"0,0 0 0,24-6 0,-24 4 0,1 0 0,18 0 0,109-14-1365,-126 16-5461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2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24575,'0'47'0,"-1"15"0,13 107 0,9-6 0,-18-128-682,-2 37-1,-1-57-6143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4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24575,'394'-14'0,"-360"11"0,-1 1 0,0 2 0,0 1 0,59 10 0,-72-7-227,0-2-1,1 0 1,-1-1-1,1-1 1,35-5-1,-34 1-6598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6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24575,'0'81'0,"19"143"0,-6-155 0,-5-31 0,-2 0 0,2 45 0,-8-76-273,0-1 0,1 1 0,0-1 0,3 12 0,0-7-6553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7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24575,'304'0'0,"-288"-1"0,1 0 0,22-6 0,-22 3 0,32-1 0,-4 6 0,-34 1 0,0-2 0,0 1 0,0-2 0,0 1 0,0-1 0,16-5 0,-13 0-1365,-3-2-5461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1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24575,'2'7'0,"-1"0"0,1 0 0,0 0 0,0-1 0,1 1 0,0 0 0,0-1 0,6 9 0,-1-1 0,21 39 0,56 113 0,-71-132 0,-1 0 0,-1 0 0,7 41 0,-18-74 0,12 62 0,-2 1 0,5 124 0,-16-178 0,0 19 0,-1 0 0,-1-1 0,-1 1 0,-11 40 0,1-16-1365,11-38-5461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3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0 199 24575,'0'-10'0,"0"0"0,1 0 0,0 1 0,1-1 0,0 0 0,0 0 0,1 1 0,0 0 0,1-1 0,0 1 0,0 0 0,1 1 0,0-1 0,1 1 0,0 0 0,0 0 0,1 1 0,0 0 0,11-9 0,-17 14 0,1 1 0,-1 0 0,1 0 0,-1 0 0,1 0 0,0 0 0,0 0 0,0 0 0,-1 1 0,1-1 0,0 1 0,0-1 0,0 1 0,0 0 0,0-1 0,0 1 0,0 0 0,0 0 0,0 1 0,0-1 0,3 1 0,-2 0 0,0 1 0,0-1 0,-1 1 0,1 0 0,0 0 0,-1 0 0,1 0 0,-1 0 0,0 0 0,0 1 0,0-1 0,2 4 0,5 8 0,-1 0 0,-1 1 0,0 0 0,4 16 0,-11-30 0,7 20 0,-1 0 0,-1 0 0,-1 0 0,-1 1 0,-1-1 0,-1 1 0,-4 42 0,3-59 0,-1-1 0,0 0 0,0 1 0,-1-1 0,0 0 0,1 0 0,-1 0 0,0 0 0,-1 0 0,1 0 0,-6 6 0,6-8 0,0 0 0,1-1 0,-1 1 0,0 0 0,0-1 0,0 0 0,0 1 0,0-1 0,0 0 0,0 0 0,0 0 0,-1 0 0,1 0 0,0-1 0,-1 1 0,1-1 0,0 1 0,-1-1 0,1 0 0,-1 0 0,1 0 0,-1 0 0,-2-1 0,2-2 0,9 0 0,9-1 0,-3 1 0,1 2 0,-1-1 0,1 2 0,0 0 0,-1 0 0,1 1 0,17 4 0,-21-3 0,0 1 0,0 1 0,0-1 0,0 1 0,-1 1 0,0 0 0,0 0 0,0 0 0,-1 1 0,12 11 0,6 7 0,-2 2 0,30 39 0,-48-58 0,1 1 0,-1-1 0,-1 2 0,0-1 0,0 0 0,-1 1 0,0 0 0,0-1 0,-1 1 0,0 0 0,0 1 0,-1-1 0,0 0 0,-1 14 0,-1-21 0,1 1 0,-1-1 0,0 0 0,1 0 0,-1 1 0,0-1 0,0 0 0,-1 0 0,1 0 0,0 0 0,-1 0 0,1 0 0,-1 0 0,-3 2 0,1 0 0,-1-1 0,0 1 0,0-2 0,0 1 0,-10 4 0,-3-1 0,1-1 0,-36 5 0,52-10 0,-24 4 0,0-1 0,-37-1 0,55-2 0,1-1 0,-1 1 0,1-1 0,-1-1 0,1 1 0,-1-1 0,1 0 0,0 0 0,0-1 0,0 0 0,0 0 0,0-1 0,1 1 0,-10-9 0,6 3-455,0-1 0,-10-15 0,11 13-6371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6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443 143 24575,'0'-2'0,"-1"0"0,0 0 0,1 0 0,-1 0 0,0 1 0,0-1 0,0 0 0,0 0 0,-1 1 0,-1-3 0,-3-5 0,-4-9 0,4 7 0,0 1 0,0 0 0,-1 0 0,0 0 0,-11-9 0,16 16 0,-1 1 0,0-1 0,0 1 0,0 0 0,0 1 0,-1-1 0,1 0 0,0 1 0,-1 0 0,1 0 0,-1 0 0,1 0 0,-1 0 0,0 1 0,1 0 0,-1-1 0,0 1 0,1 1 0,-1-1 0,0 0 0,-5 3 0,-8 3 0,0 0 0,1 2 0,0 0 0,0 1 0,1 0 0,-23 19 0,27-20 0,-4 3 0,1 0 0,0 1 0,1 0 0,0 1 0,-13 18 0,20-23 0,1 0 0,0 0 0,1 1 0,-1 0 0,2 0 0,-1 0 0,1 0 0,1 1 0,-1-1 0,2 1 0,-2 12 0,5 220 0,0-217 0,0 1 0,12 44 0,-11-57 0,1 0 0,1 0 0,0-1 0,1 1 0,0-1 0,15 22 0,-18-31 0,0 0 0,0 0 0,0-1 0,0 1 0,0-1 0,1 1 0,-1-1 0,1 0 0,-1 0 0,1-1 0,0 1 0,0-1 0,0 1 0,0-1 0,0-1 0,0 1 0,0 0 0,0-1 0,0 0 0,0 0 0,1 0 0,5-2 0,-5 2 0,1-2 0,0 1 0,-1 0 0,1-1 0,-1 0 0,1-1 0,-1 1 0,0-1 0,0 0 0,0 0 0,-1 0 0,1-1 0,-1 0 0,1 0 0,4-6 0,35-47 0,31-40 0,-69 87 0,0 0 0,-1 0 0,0-1 0,-1 0 0,0 0 0,0 0 0,-1-1 0,-1 1 0,2-18 0,-2-11 0,-3-59 0,-2 29 0,3 17-1365,0 39-5461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7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70 24575,'0'-6'0,"0"0"0,0 0 0,-1 0 0,0 0 0,0 0 0,-4-9 0,5 14 0,-1 0 0,1 0 0,-1 0 0,1 0 0,-1 0 0,1 0 0,-1 0 0,0 0 0,0 0 0,1 0 0,-1 0 0,0 0 0,0 1 0,0-1 0,0 0 0,0 1 0,0-1 0,0 1 0,0-1 0,0 1 0,0-1 0,0 1 0,0 0 0,0 0 0,0-1 0,0 1 0,-1 0 0,1 0 0,0 0 0,0 0 0,0 0 0,0 0 0,0 1 0,0-1 0,-1 0 0,1 0 0,0 1 0,0-1 0,0 1 0,0-1 0,0 1 0,0-1 0,-1 2 0,-1 0 0,0 0 0,1 1 0,-1-1 0,1 1 0,-1 0 0,1 0 0,0 0 0,0 0 0,0 0 0,0 0 0,1 0 0,-1 1 0,1-1 0,0 0 0,0 1 0,0-1 0,0 6 0,-2 7 0,1 1 0,0 22 0,2-26 0,0 26 0,0-37 0,1 0 0,-1 0 0,0 1 0,1-1 0,-1 0 0,1 0 0,0 0 0,0 0 0,0 0 0,0 0 0,0 0 0,0-1 0,0 1 0,2 2 0,-2-4 0,-1 0 0,1 1 0,0-1 0,0 0 0,0 1 0,-1-1 0,1 0 0,0 0 0,0 0 0,0 1 0,-1-1 0,1 0 0,0 0 0,0 0 0,0-1 0,0 1 0,0 0 0,-1 0 0,1 0 0,0-1 0,0 1 0,0 0 0,-1-1 0,1 1 0,0-1 0,-1 1 0,1 0 0,0-1 0,-1 0 0,1 1 0,0-1 0,-1 1 0,1-1 0,-1 0 0,1 1 0,-1-1 0,1-1 0,18-28 0,-13 15-227,0 0-1,-1 0 1,-1 0-1,0-1 1,2-22-1,-5 24-6598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3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24575,'3'1'0,"-1"0"0,1 0 0,-1 0 0,1 1 0,-1-1 0,0 1 0,1-1 0,-1 1 0,0 0 0,0 0 0,-1 0 0,1 0 0,0 0 0,0 0 0,-1 0 0,0 1 0,2 3 0,7 7 0,24 23 0,-21-23 0,-1 0 0,16 22 0,15 24 0,-25-36 0,-2 0 0,17 30 0,-15-18 0,-2 0 0,-1 0 0,-2 2 0,-1 0 0,-2 0 0,-2 1 0,-1 0 0,-2 0 0,0 55 0,-4-17 0,0-35 0,-1-1 0,-9 68 0,5-88-341,-1 0 0,-1-1-1,-10 23 1,11-31-6485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5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24575,'-1'10'0,"0"0"0,-1 0 0,-1-1 0,0 1 0,0-1 0,-1 1 0,-6 11 0,-8 22 0,-2 22 0,3 1 0,2 1 0,4 0 0,2 1 0,1 113 0,8-160 0,2 1 0,7 35 0,-7-49 0,0-1 0,0 1 0,0-1 0,1 0 0,0 0 0,1 0 0,-1 0 0,1-1 0,1 1 0,-1-1 0,7 6 0,-8-9 0,1 0 0,-1-1 0,1 0 0,0 0 0,0 0 0,0 0 0,0 0 0,1-1 0,-1 0 0,0 0 0,0 0 0,1 0 0,-1-1 0,1 0 0,-1 0 0,1 0 0,-1 0 0,0-1 0,8-1 0,7-3 0,0 0 0,0-1 0,18-10 0,-29 13 0,-5 2 0,-1 0 0,0 0 0,1 0 0,-1-1 0,0 1 0,0-1 0,0 0 0,0 1 0,0-1 0,0 0 0,0 0 0,-1 0 0,1 0 0,-1 0 0,0-1 0,1 1 0,-1 0 0,1-4 0,-1 2 0,0-1 0,0 1 0,-1 0 0,1-1 0,-1 1 0,0 0 0,0-1 0,-1 1 0,1 0 0,-3-7 0,1 3 0,0 0 0,-1 0 0,0 0 0,-1 0 0,0 1 0,0-1 0,-1 1 0,0 0 0,0 1 0,0-1 0,-8-6 0,4 6 0,-2 0 0,1 0 0,-1 1 0,0 1 0,0 0 0,-1 0 0,1 1 0,-1 1 0,0 0 0,-20-3 0,31 6 4,-1 0 0,1 0-1,-1 0 1,1 0-1,-1 0 1,1 1 0,-1-1-1,1 0 1,-1 1 0,1-1-1,0 1 1,-1 0 0,1-1-1,0 1 1,-1 0-1,1 0 1,0 0 0,0 0-1,0 0 1,0 0 0,0 0-1,0 0 1,0 0 0,0 0-1,0 1 1,0-1-1,1 0 1,-1 1 0,0-1-1,0 2 1,-1 5-256,-1 0 0,1 1 0,1-1 0,-2 10 0,3-16 34,-2 12-6608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6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71 24575,'0'-3'0,"-1"0"0,1 0 0,-1-1 0,0 1 0,0 0 0,-1 0 0,1 0 0,-1 0 0,1 1 0,-1-1 0,0 0 0,0 1 0,0-1 0,0 1 0,0 0 0,-1-1 0,1 1 0,-1 0 0,0 1 0,1-1 0,-1 0 0,0 1 0,0-1 0,0 1 0,0 0 0,0 0 0,-5-1 0,4 1 0,0 0 0,0 0 0,-1 0 0,1 0 0,0 1 0,0 0 0,0-1 0,-1 2 0,1-1 0,0 0 0,0 1 0,-1 0 0,1 0 0,0 0 0,0 0 0,0 1 0,0 0 0,1-1 0,-1 1 0,-7 5 0,7-2 0,0 0 0,0 1 0,0-1 0,1 1 0,0 0 0,0 0 0,0 0 0,-2 8 0,-13 56 0,11-38 0,-5 14 0,3-1 0,1 2 0,3-1 0,1 1 0,6 92 0,-1-136 0,-1 0 0,0 0 0,1 0 0,0 0 0,0 0 0,0-1 0,0 1 0,0 0 0,0-1 0,1 1 0,-1 0 0,1-1 0,0 0 0,0 1 0,-1-1 0,2 0 0,-1 0 0,4 3 0,-2-3 0,0 0 0,0 0 0,0 0 0,0-1 0,1 1 0,-1-1 0,0 0 0,1 0 0,-1-1 0,0 1 0,7-1 0,0-1 0,0 0 0,-1 0 0,1-1 0,0 0 0,-1-1 0,1-1 0,-1 1 0,0-1 0,14-9 0,-18 9 0,0 0 0,-1-1 0,1 1 0,-1-1 0,0-1 0,0 1 0,-1-1 0,1 0 0,-1 0 0,0 0 0,-1 0 0,0-1 0,0 0 0,0 1 0,-1-1 0,0 0 0,2-10 0,-1-10 0,0 1 0,-2-1 0,-2-37 0,0 23 0,1 34-136,-1-1-1,1 1 1,-1-1-1,-1 1 1,1 0-1,-1-1 1,-1 1-1,1 0 0,-8-13 1,4 9-6690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8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71 24575,'-1'0'0,"-1"0"0,1-1 0,0 1 0,-1-1 0,1 1 0,0-1 0,-1 0 0,1 1 0,0-1 0,-1 0 0,1 0 0,0 0 0,0 0 0,0 0 0,0 0 0,-1-1 0,-17-24 0,13 17 0,4 7 0,1 0 0,0 0 0,-1 0 0,1 1 0,-1-1 0,1 0 0,-1 1 0,0 0 0,0-1 0,1 1 0,-1 0 0,0 0 0,-3-1 0,4 2 0,0 0 0,0 0 0,0 0 0,0 0 0,0 1 0,0-1 0,0 0 0,0 1 0,0-1 0,0 1 0,0-1 0,0 1 0,1-1 0,-1 1 0,0-1 0,0 1 0,0 0 0,1 0 0,-1-1 0,0 1 0,1 0 0,-1 0 0,1 0 0,-1 0 0,1 0 0,0 0 0,-1-1 0,1 1 0,0 0 0,-1 0 0,1 2 0,-7 17 0,1 1 0,0 1 0,2-1 0,1 1 0,0-1 0,2 1 0,0 0 0,4 35 0,-3-53 0,1-1 0,-1 1 0,1 0 0,0-1 0,0 1 0,0 0 0,1-1 0,-1 1 0,1-1 0,0 0 0,0 0 0,4 6 0,-4-7 0,1 0 0,-1 0 0,1 0 0,-1-1 0,1 1 0,0-1 0,-1 1 0,1-1 0,0 0 0,0 0 0,0-1 0,0 1 0,0 0 0,0-1 0,0 0 0,3 0 0,1 1 0,-1-1 0,1 0 0,-1-1 0,1 1 0,0-1 0,-1 0 0,0-1 0,1 0 0,-1 0 0,0 0 0,8-5 0,-11 5 0,0 0 0,0 0 0,0-1 0,0 0 0,-1 1 0,1-1 0,-1 0 0,1 0 0,-1 0 0,0 0 0,0-1 0,-1 1 0,1 0 0,-1-1 0,1 0 0,-1 1 0,0-1 0,-1 0 0,1 1 0,-1-1 0,1-4 0,-1-62-1365,-1 55-5461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0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24575,'3'0'0,"-1"1"0,0-1 0,0 1 0,0-1 0,1 1 0,-1 0 0,0-1 0,0 1 0,0 0 0,0 1 0,0-1 0,-1 0 0,1 0 0,0 1 0,1 1 0,25 30 0,-18-21 0,243 313 0,-216-272 0,-1 2 0,-3 1 0,-2 2 0,25 67 0,-44-98 0,-4-10 0,-1-1 0,-1 1 0,-1 0 0,5 22 0,-1 34 0,-2 129 0,-5-161-72,-1-25-143,-1 0-1,0-1 1,-1 1-1,-1 0 1,-4 22-1,2-27-6610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1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24575,'0'4'0,"-1"1"0,0-1 0,0 0 0,0 0 0,0 0 0,-1 0 0,0 0 0,-3 6 0,-1 3 0,-36 81 0,-39 91 0,68-149 0,1 1 0,2 0 0,-6 46 0,15-80 0,1 0 0,0 0 0,-1 0 0,1 0 0,0-1 0,0 1 0,1 0 0,-1 0 0,1 0 0,-1 0 0,1 0 0,2 4 0,-2-5 0,0-1 0,0 0 0,1 1 0,-1-1 0,1 0 0,-1 0 0,1 0 0,-1 0 0,1 0 0,0 0 0,-1 0 0,1 0 0,0-1 0,0 1 0,-1-1 0,1 1 0,0-1 0,0 0 0,0 0 0,0 0 0,2 0 0,207-1 0,-98-1 0,260 0-1365,-308 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1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24575,'50'653'0,"-26"-432"0,-20-182 0,15 103 0,-19-140 9,0 1-1,1 0 1,0-1-1,-1 1 1,1-1-1,0 0 1,0 1-1,0-1 1,1 0-1,-1 1 1,0-1 0,1 0-1,2 3 1,-3-5-18,-1 0 0,1 1 0,-1-1 1,1 0-1,-1 0 0,1 0 0,-1 1 0,1-1 1,-1 0-1,1 0 0,0 0 0,-1 0 1,1 0-1,-1 0 0,1 0 0,-1 0 1,1 0-1,-1 0 0,1 0 0,-1-1 1,1 1-1,0 0 0,15-15-1274,-2-5-5543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2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24575,'0'106'0,"1"119"0,-1-221 0,4 29 0,-4-33 0,0 1 0,1 0 0,-1 0 0,0-1 0,0 1 0,1 0 0,-1-1 0,0 1 0,1 0 0,-1-1 0,1 1 0,-1 0 0,1-1 0,-1 1 0,1-1 0,-1 1 0,1-1 0,0 1 0,-1-1 0,1 1 0,0-1 0,-1 0 0,1 1 0,0-1 0,0 0 0,-1 1 0,1-1 0,0 0 0,0 0 0,0 0 0,-1 0 0,1 0 0,0 0 0,0 0 0,0 0 0,8-3 0,-1-1 0,0 1 0,0-1 0,0-1 0,-1 1 0,1-1 0,-1-1 0,11-10 0,3-1 0,9-6 0,63-37 0,-81 54 0,1-1 0,0 2 0,0 0 0,1 0 0,0 1 0,-1 1 0,1 0 0,20-1 0,-30 4 0,-1 0 0,1 1 0,0-1 0,-1 1 0,1 0 0,-1 0 0,1 0 0,-1 0 0,0 0 0,1 1 0,-1 0 0,0-1 0,0 1 0,0 0 0,0 1 0,0-1 0,-1 0 0,1 1 0,3 4 0,2 5 0,0-1 0,-1 1 0,10 23 0,-16-33 0,34 75 0,28 90 0,-52-129 0,-1-1 0,-2 2 0,-2-1 0,3 70 0,-9-104 0,-1-1 0,1 0 0,0 0 0,-1 1 0,0-1 0,0 0 0,0 0 0,0 0 0,0 0 0,-1 0 0,1 0 0,-1-1 0,0 1 0,0 0 0,0-1 0,0 1 0,0-1 0,-1 0 0,1 1 0,-1-1 0,1-1 0,-1 1 0,0 0 0,1-1 0,-1 1 0,0-1 0,0 0 0,-6 2 0,-8 2 0,0-2 0,0 1 0,-1-2 0,-19 1 0,13-1 0,-33 3 0,-89-2 0,140-4-151,1 1-1,-1-1 0,1 0 0,-1 0 1,1-1-1,0 0 0,-1 1 1,-9-7-1,-1-3-6674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3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24575,'0'-3'0,"3"-1"0,1-2 0,3-1 0,3 1 0,3 1 0,2 2 0,2-1 0,0-1 0,2 1 0,-1 1 0,6 1 0,5 1 0,6 0 0,4 1 0,4 0 0,4 0 0,-7 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4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217 215 24575,'0'2'0,"0"-1"0,0 0 0,-1 1 0,1-1 0,-1 0 0,1 1 0,-1-1 0,0 0 0,0 0 0,1 1 0,-1-1 0,0 0 0,0 0 0,0 0 0,0 0 0,0 0 0,0 0 0,-1 0 0,1-1 0,0 1 0,0 0 0,-1 0 0,1-1 0,0 1 0,-1-1 0,1 0 0,-2 1 0,-4 1 0,-1 0 0,1-1 0,-13 2 0,8-3 0,-1 2 0,1-2 0,0 1 0,-1-2 0,-18-2 0,28 2 0,0 1 0,1-1 0,-1 1 0,1-1 0,0 0 0,-1 0 0,1 0 0,0-1 0,0 1 0,-1 0 0,1-1 0,0 0 0,0 1 0,1-1 0,-1 0 0,0 0 0,0 0 0,1 0 0,0 0 0,-1 0 0,1-1 0,0 1 0,0 0 0,0-1 0,0 1 0,0-1 0,0-4 0,-1-14 0,1 0 0,1 0 0,4-39 0,-4 56 0,1 1 0,0 0 0,0 0 0,0-1 0,0 1 0,0 0 0,1 0 0,-1 0 0,1 0 0,0 0 0,0 1 0,0-1 0,0 0 0,0 1 0,1-1 0,-1 1 0,1 0 0,0 0 0,-1 0 0,1 0 0,0 1 0,0-1 0,0 1 0,4-2 0,1 1 0,0-1 0,0 1 0,0 1 0,0 0 0,1 0 0,-1 0 0,0 1 0,15 2 0,-21-2 0,0 1 0,-1-1 0,1 0 0,0 1 0,0 0 0,0 0 0,-1-1 0,1 1 0,0 0 0,-1 0 0,1 0 0,-1 1 0,1-1 0,-1 0 0,1 1 0,-1-1 0,2 3 0,-1 0 0,1 0 0,-1 0 0,0 1 0,0-1 0,-1 1 0,3 8 0,-1 4 0,-1 0 0,0 33 0,-2-49 0,0 52-1365,0-38-5461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3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441 0 24575,'0'9'0,"-1"0"0,-1 0 0,0 0 0,0 0 0,0-1 0,-1 1 0,-5 9 0,-3 12 0,-181 604 0,157-512 0,-19 57 0,-63 271 0,108-390-1365,6-40-5461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4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24575,'4'10'0,"0"-1"0,-1 1 0,-1 0 0,1 0 0,-2 0 0,2 13 0,2 19 0,20 62 0,40 108 0,53 98 0,-67-180 0,10 2 130,-6-16-1625,-51-105-5331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5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24575,'3'-3'0,"7"-1"0,8-2 0,4-1 0,4 1 0,3 1 0,1 2 0,0-1 0,-1-1 0,-1 1 0,0 1 0,-1-2 0,0 0 0,-4 1 0,-1 1 0,-2 1 0,-4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7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24575,'2'0'0,"0"-1"0,-1 0 0,1 1 0,-1-1 0,1 0 0,-1 0 0,0 0 0,1 0 0,-1 0 0,0 0 0,0 0 0,2-3 0,5-3 0,-1 3 0,0 0 0,0 0 0,0 1 0,1 0 0,-1 0 0,1 1 0,-1 0 0,1 0 0,0 1 0,8 0 0,15-1 0,38 3 0,-55 0 0,50 2 0,64 13 0,-97-10 0,-1 1 0,1 1 0,-1 2 0,32 15 0,-57-23 0,0 1 0,1 0 0,-1 0 0,-1 0 0,1 1 0,0-1 0,-1 1 0,0 1 0,0-1 0,6 8 0,-7-8 0,-1 0 0,0 1 0,0-1 0,-1 0 0,1 1 0,-1-1 0,0 1 0,0 0 0,0-1 0,-1 1 0,0 0 0,0-1 0,0 8 0,-2 3 0,-1 1 0,-1-1 0,0 0 0,-1 0 0,0-1 0,-1 1 0,-1-1 0,-1 0 0,1-1 0,-2 0 0,-10 13 0,-9 7 0,-1-1 0,-57 49 0,61-61 0,-27 16 0,3-3 0,49-33 0,0 0 0,0 0 0,0 0 0,-1 0 0,1 0 0,0 0 0,0 1 0,0-1 0,0 0 0,-1 0 0,1 0 0,0 0 0,0 1 0,0-1 0,0 0 0,0 0 0,0 0 0,0 0 0,-1 1 0,1-1 0,0 0 0,0 0 0,0 0 0,0 1 0,0-1 0,0 0 0,0 0 0,0 0 0,0 1 0,0-1 0,0 0 0,0 0 0,0 1 0,0-1 0,0 0 0,1 0 0,-1 0 0,0 1 0,0-1 0,0 0 0,0 0 0,0 0 0,0 0 0,0 1 0,1-1 0,-1 0 0,0 0 0,0 0 0,0 0 0,0 0 0,1 0 0,-1 1 0,0-1 0,0 0 0,0 0 0,0 0 0,1 0 0,-1 0 0,0 0 0,0 0 0,1 0 0,19 5 0,-11-2 0,8 3 0,-1 0 0,0 2 0,-1 0 0,0 1 0,0 0 0,0 1 0,-2 1 0,17 15 0,-15-11 0,-1 0 0,0 1 0,-1 0 0,-1 1 0,-1 1 0,16 31 0,-24-42 0,0-1 0,0 1 0,-1 0 0,0 0 0,0 0 0,-1 0 0,0 0 0,0 0 0,-1 1 0,0-1 0,0 0 0,0 0 0,-1 0 0,0 1 0,-1-1 0,0 0 0,0 0 0,0-1 0,-1 1 0,0 0 0,0-1 0,-1 1 0,1-1 0,-1 0 0,-1 0 0,1-1 0,-1 1 0,0-1 0,0 0 0,-1-1 0,0 1 0,-10 6 0,-14 7 0,0-1 0,-2-2 0,-38 14 0,-102 26 0,163-52 0,-36 10-1365,9-4-5461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2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24575,'2'14'0,"-1"-1"0,2 0 0,0 0 0,1 0 0,0 0 0,6 13 0,5 15 0,71 278 0,-85-314 0,9 46 0,5 74 0,-9-71 0,11 57 0,-10-73 0,4 70 0,-10-89 0,7 59 0,1 40 0,-9-98-107,1-4-313,-1 1 1,-5 28 0,1-28-6407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4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705 111 24575,'-24'-26'0,"19"19"0,0 1 0,0 0 0,-1 0 0,0 1 0,0 0 0,-1 0 0,0 0 0,-9-4 0,-2 2 0,0 2 0,0 0 0,0 0 0,-1 2 0,1 0 0,-1 2 0,0 0 0,0 1 0,0 0 0,-30 6 0,33-2 0,-1 1 0,1 1 0,1 0 0,-1 1 0,1 1 0,0 0 0,1 1 0,0 1 0,-21 18 0,21-15 0,1 1 0,0 0 0,1 1 0,1 0 0,0 1 0,1 1 0,1-1 0,-13 31 0,0 12 0,-19 78 0,31-100 0,2 0 0,-6 61 0,13-84 0,1 1 0,1-1 0,0 1 0,0-1 0,2 1 0,0-1 0,0 0 0,1 0 0,12 26 0,-2-12 0,1 0 0,33 46 0,-42-66 0,1 0 0,-1-1 0,2 0 0,-1 0 0,1 0 0,-1-1 0,2 0 0,-1 0 0,1-1 0,0-1 0,0 1 0,0-1 0,10 2 0,15 1 0,1-3 0,-1 0 0,70-4 0,-69 0 0,126-6 0,-128 3 0,0-1 0,58-16 0,-88 19-49,1 1 1,-1-1-1,0 0 0,1-1 0,-1 1 1,0-1-1,0 1 0,0-1 0,0 0 1,0 0-1,0 0 0,0-1 0,-1 1 1,1-1-1,-1 1 0,0-1 0,1 0 1,-1 0-1,-1 0 0,1 0 0,0 0 1,-1 0-1,1-1 0,-1 1 0,0 0 0,0-1 1,0-4-1,0-10-6777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5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0 24575,'0'7'0,"-2"0"0,1 0 0,-1 0 0,0 0 0,0 0 0,-1 0 0,1-1 0,-2 1 0,-4 7 0,-2 4 0,-9 21 0,-272 590 0,257-538 0,4 1 0,3 2 0,5 0 0,4 2 0,-6 111 0,21-140-39,-8 89-1287,7-135-5500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6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24575,'27'43'0,"43"91"0,5 53 0,-23-44 0,113 280 0,-153-400 0,1 0 0,1 0 0,1-1 0,24 27 0,-19-32-1365,-10-12-5461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24575,'0'-3'0,"3"-4"0,4-1 0,16-2 0,22 1 0,18 2 0,8 2 0,3 1 0,2 3 0,-7 0 0,-11 1 0,-11 1 0,-6-1 0,-11 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8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24575,'3'0'0,"-1"-1"0,1 0 0,-1 0 0,0 0 0,0 0 0,0 0 0,1 0 0,-1-1 0,3-1 0,9-6 0,7 0 0,0 1 0,1 1 0,0 1 0,0 1 0,31-3 0,116 0 0,-144 7 0,11 0 0,57 1 0,-82 1 0,-1 0 0,1 0 0,-1 1 0,0 1 0,0 0 0,15 6 0,-21-7 0,-1 0 0,1 0 0,-1 1 0,0-1 0,1 1 0,-1 0 0,-1 0 0,1 0 0,0 0 0,-1 0 0,1 1 0,-1-1 0,0 1 0,0 0 0,0-1 0,-1 1 0,1 0 0,-1 0 0,0 0 0,0 0 0,-1 0 0,1 0 0,-1 1 0,0-1 0,0 0 0,-1 8 0,-1 2 0,0 1 0,-1-1 0,0 0 0,-1-1 0,-1 1 0,-9 19 0,-17 29 0,-3-2 0,-74 99 0,79-122 0,-1-2 0,-2-1 0,-1-1 0,-2-2 0,-42 28 0,6-13 0,61-41 0,0 1 0,-1-2 0,0 1 0,-22 5 0,33-10 0,0 0 0,-1 0 0,1 1 0,0-1 0,-1 0 0,1 0 0,-1 0 0,1 0 0,0 0 0,-1 0 0,1 0 0,-1 0 0,1 1 0,0-1 0,-1-1 0,1 1 0,0 0 0,-1 0 0,1 0 0,-1 0 0,1 0 0,0 0 0,-1 0 0,1 0 0,0-1 0,-1 1 0,1 0 0,0 0 0,-1 0 0,1-1 0,0 1 0,-1 0 0,1-1 0,0 1 0,0 0 0,-1 0 0,1-1 0,0 1 0,0-1 0,-1 1 0,2-1 0,-1 0 0,0 0 0,0 0 0,1 1 0,-1-1 0,1 0 0,-1 0 0,1 1 0,-1-1 0,1 0 0,-1 1 0,1-1 0,-1 0 0,1 1 0,0-1 0,-1 1 0,1-1 0,1 1 0,6-5 0,1 1 0,1 0 0,-1 1 0,0 0 0,1 1 0,0 0 0,0 0 0,-1 1 0,1 0 0,0 1 0,0 0 0,0 0 0,0 1 0,0 1 0,-1-1 0,1 2 0,0-1 0,-1 1 0,0 1 0,15 7 0,-18-6 0,0-1 0,-1 1 0,1 1 0,-1-1 0,0 1 0,-1-1 0,1 2 0,-1-1 0,0 0 0,5 12 0,1 7 0,11 41 0,-14-45 0,5 23 0,-2 0 0,-1 1 0,-3 1 0,-1-1 0,-3 1 0,-4 54 0,1-92 0,0 0 0,-1 0 0,0 0 0,-1 0 0,0 0 0,0-1 0,-1 1 0,0-1 0,0 0 0,-1 0 0,1 0 0,-2-1 0,1 1 0,-7 4 0,-12 12 0,-1-1 0,-32 21 0,33-26 0,14-10 20,1 0 0,-1-1 0,-1 0 0,1-1 0,-21 8 0,24-12-155,0 1 0,0-1 0,0 0 0,0 0 0,0 0 0,0-1 0,0-1 0,0 1 0,0-1 0,-13-3 0,2-1-6691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9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24575,'0'1367'-1365,"0"-1344"-5461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816 214 24575,'-2'0'0,"-1"-1"0,0 0 0,1 0 0,-1 0 0,1 0 0,-1 0 0,1 0 0,-1-1 0,1 1 0,0-1 0,-1 0 0,1 0 0,-2-2 0,-24-27 0,21 22 0,0 0 0,-1 1 0,0-1 0,0 1 0,-1 1 0,1 0 0,-2 0 0,1 1 0,-12-6 0,-2 0 0,-71-35 0,84 43 0,-1 0 0,0 0 0,0 1 0,0 1 0,0 0 0,-1 1 0,-11-1 0,14 3 0,1 0 0,-1 1 0,0 0 0,1 0 0,0 0 0,-1 1 0,1 1 0,-12 6 0,0 2 0,2 0 0,-21 17 0,14-7 0,2 1 0,0 2 0,2 0 0,1 1 0,1 1 0,-18 34 0,19-26 0,2 0 0,2 1 0,1 0 0,2 1 0,1 0 0,2 1 0,2 0 0,-3 66 0,9-94 0,-1 2 0,1 0 0,0 0 0,4 20 0,-4-28 0,1 0 0,1 0 0,-1 0 0,1-1 0,-1 1 0,1 0 0,0-1 0,0 0 0,0 1 0,1-1 0,-1 0 0,1 0 0,0 0 0,6 5 0,2-1 0,0 0 0,1 0 0,0-1 0,0-1 0,0 0 0,20 6 0,79 12 0,-86-19 0,34 5 0,0-3 0,99-4 0,118-22 0,-253 18 0,12-1 0,-1-2 0,0-2 0,38-12 0,-71 19-18,8-2-86,-1 0 0,0-1 1,0 0-1,0 0 1,0-1-1,-1 0 0,1 0 1,-1-1-1,0 0 1,0 0-1,-1 0 1,7-8-1,-5 3-6722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2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665 0 24575,'-3'1'0,"0"-1"0,0 1 0,0-1 0,0 1 0,0 0 0,0 1 0,0-1 0,0 0 0,1 1 0,-1-1 0,0 1 0,1 0 0,-1 0 0,1 0 0,-3 3 0,-33 41 0,33-40 0,-24 36 0,-46 86 0,-12 55 0,77-160 0,-187 444 0,46 17 0,125-343 0,26-128-1365,3-7-5461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24575,'1'0'0,"0"1"0,-1-1 0,1 1 0,0-1 0,-1 0 0,1 1 0,-1-1 0,1 1 0,-1 0 0,1-1 0,-1 1 0,1-1 0,-1 1 0,1 0 0,-1-1 0,0 1 0,1 0 0,-1-1 0,0 1 0,0 0 0,0-1 0,0 1 0,1 1 0,4 24 0,-4-17 0,78 252 0,-54-188 0,6 18 0,58 117 0,-67-167 0,1 0 0,2-2 0,2-1 0,60 67 0,-60-75-73,-17-18-142,1 0-1,0-1 1,0 0 0,1-1-1,18 12 1,-17-16-6611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3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24575,'0'-3'0,"6"-4"0,5-3 0,4-4 0,5-2 0,8 1 0,15-2 0,5-1 0,7 1 0,10-1 0,1-1 0,0 3 0,-6 4 0,-7 4 0,-13 3-8191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5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24575,'1'-2'0,"0"1"0,0-1 0,0 0 0,-1 0 0,2 1 0,-1-1 0,0 1 0,0-1 0,0 1 0,1 0 0,-1-1 0,1 1 0,-1 0 0,1 0 0,-1 0 0,1 0 0,0 0 0,-1 0 0,3 0 0,-2-1 0,30-14 0,1 1 0,0 1 0,0 2 0,43-9 0,144-18 0,-200 37 0,147-14 0,-136 15 0,1 1 0,0 2 0,38 6 0,-67-8 0,-1 1 0,0-1 0,1 1 0,-1-1 0,0 1 0,1 0 0,-1 0 0,0 0 0,0 0 0,0 1 0,0-1 0,0 1 0,0-1 0,0 1 0,0-1 0,-1 1 0,1 0 0,-1 0 0,1 0 0,-1 0 0,0 0 0,1 0 0,-1 0 0,0 1 0,-1-1 0,1 0 0,0 1 0,0 2 0,0 5 0,-1 0 0,1 0 0,-2 0 0,0 0 0,-3 15 0,2-7 0,-1-4 0,0 1 0,-1-1 0,-1 0 0,0-1 0,-1 1 0,-1-1 0,0 0 0,0 0 0,-18 21 0,4-8 0,-2-2 0,0 0 0,-35 27 0,17-19 0,0-2 0,-3-1 0,0-3 0,-1-1 0,-2-3 0,-70 25 0,92-42 0,18-6 0,15-5 0,5-1 0,1 0 0,0 1 0,1 1 0,-1 1 0,1 0 0,17-2 0,93-7 0,-113 12 0,1 0 0,-1 1 0,0 1 0,1 0 0,-1 1 0,13 3 0,-21-4 0,-1 0 0,0 0 0,1 0 0,-1 1 0,0 0 0,0-1 0,0 1 0,0 0 0,0 1 0,0-1 0,0 0 0,-1 1 0,1 0 0,-1-1 0,0 1 0,0 0 0,0 0 0,0 0 0,-1 1 0,1-1 0,-1 0 0,1 1 0,-1-1 0,1 7 0,0 6 0,-1 0 0,0 0 0,-2 0 0,1 0 0,-2 0 0,0 0 0,-1-1 0,-1 1 0,0-1 0,-1 0 0,-12 26 0,-5 4 0,-2-2 0,-44 60 0,-17 8 0,69-92 0,-1-1 0,-1 0 0,-34 25 0,49-41-47,0 0 0,0 0 0,0 0 0,0 0 0,0 0 0,-1 0 0,1-1 0,0 0 0,-1 1-1,1-1 1,-1-1 0,1 1 0,-1 0 0,0-1 0,1 0 0,-1 0 0,0 0 0,1 0 0,-1 0 0,1-1 0,-1 0 0,0 0-1,1 0 1,-1 0 0,1 0 0,0-1 0,-1 1 0,-4-5 0,-10-7-6779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6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24575,'0'63'0,"3"113"0,-1-139 0,3-1 0,15 66 0,14 9 0,20 84 0,-48-140 90,-6-43-454,1 0 0,0 0 1,5 18-1,-3-19-6462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7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658 338 24575,'1'-23'0,"-2"-1"0,-1 1 0,-1-1 0,-1 1 0,-11-38 0,12 52 0,0 1 0,0 0 0,-1 1 0,0-1 0,-1 1 0,1-1 0,-2 1 0,1 1 0,-1-1 0,1 1 0,-2 0 0,1 0 0,-1 1 0,0-1 0,0 2 0,0-1 0,-1 1 0,-15-7 0,-5 3 0,0 1 0,-1 1 0,1 2 0,-1 0 0,0 2 0,0 1 0,0 2 0,-47 6 0,69-6 0,0 1 0,0 0 0,0 0 0,0 0 0,0 1 0,0 0 0,0 0 0,1 0 0,0 1 0,0 0 0,0 1 0,0-1 0,0 1 0,1 0 0,0 0 0,0 1 0,-7 10 0,-15 14 0,21-26 0,1 1 0,0 0 0,0 0 0,1 0 0,-1 0 0,1 1 0,1 0 0,-1 0 0,1 0 0,0 1 0,0-1 0,-3 11 0,2 27 0,2 1 0,4 59 0,1-23 0,-3-34 0,4 84 0,-3-115 0,2 0 0,0 0 0,1-1 0,0 0 0,1 1 0,8 15 0,-6-17 0,0 1 0,1-2 0,1 1 0,0-1 0,13 15 0,-17-23 0,0-1 0,1 1 0,-1-1 0,1 0 0,0 0 0,0-1 0,0 0 0,1 0 0,-1 0 0,1-1 0,0 0 0,-1 0 0,1 0 0,11 0 0,186 2 0,-118-6 0,-80 2-80,-1 0 0,0-1-1,0 1 1,0-1 0,0 0-1,0-1 1,0 1 0,0-1-1,0 0 1,0 0 0,-1 0 0,1-1-1,-1 0 1,0 0 0,0 0-1,8-7 1,-3 2-6746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0 830 24575,'48'-3'0,"-1"-2"0,0-3 0,83-24 0,-64 15 0,206-53 0,200-46 0,398-10 0,-164 112 0,-443 17 0,377 11 0,-456-3 0,453 28 0,-117-30 0,-335-11 0,9-7 0,-156 4 0,-1-2 0,1-1 0,39-15 0,284-122 0,-275 105 0,2 5 0,1 4 0,128-28 0,-64 24 0,124-26 0,8 20 0,396 28 0,-308 51 0,-118-7 0,95 15 0,87 23 0,-92-42 0,7-26 0,-303-7 0,0-1 0,94-28 0,-12 2 0,-44 16 0,-1-4 0,95-37 0,-173 55-273,-1-1 0,0 0 0,0 0 0,8-6 0,-2 0-6553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4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1076 3581 24575,'0'-8'0,"-2"0"0,1-1 0,-1 1 0,0 0 0,-1 1 0,-5-14 0,-3-6 0,-253-597 0,61 168 0,175 374 0,3 0 0,-18-109 0,-36-86 0,26 105 0,-47-124 0,84 251 0,-28-84 0,6-2 0,-21-139 0,54 237 0,-2 2 0,-1-1 0,-1 1 0,-15-34 0,15 42 0,1-1 0,1 0 0,2-1 0,0 0 0,-1-39 0,5 59 0,0 1 0,1 0 0,0 0 0,0 0 0,1 0 0,-1 0 0,1-1 0,0 1 0,2-7 0,-1 8 0,-1 1 0,1-1 0,0 1 0,0 0 0,0-1 0,0 1 0,0 0 0,1 0 0,-1 1 0,1-1 0,-1 0 0,1 1 0,0 0 0,4-2 0,90-43 0,-48 22 0,2 1 0,94-28 0,14 19 0,53-16 0,-175 38 0,-20 6 0,0-1 0,0-1 0,27-13 0,-42 18 0,-1 1 0,1-1 0,-1 1 0,1-1 0,-1 1 0,1-1 0,-1 1 0,1 0 0,-1 0 0,1 0 0,0 0 0,-1 0 0,1 0 0,-1 0 0,1 1 0,-1-1 0,1 0 0,-1 1 0,1-1 0,-1 1 0,1 0 0,-1-1 0,0 1 0,1 0 0,-1 0 0,0 0 0,0 0 0,0 0 0,1 0 0,-1 0 0,0 0 0,0 1 0,-1-1 0,3 3 0,3 6 0,0 0 0,-1 1 0,8 19 0,-5-11 0,137 321 0,1-8 0,-104-233 0,80 175 0,-83-164 0,-26-68 0,26 56 0,65 141 0,-33-69 0,14 50 0,-63-159 0,41 80 0,13 33 0,-59-118 0,-9-29 0,15 37 0,3-9 0,56 135 0,-27-57 0,-42-105 0,-10-23 0,0 0 0,0 0 0,-1 1 0,0-1 0,0 1 0,2 10 0,-3-5 0,2 1 0,0-1 0,0 0 0,1 0 0,9 18 0,32 49 0,-33-60 0,-8-12-227,-1 0-1,0-1 1,-1 1-1,1 1 1,2 9-1,-2-1-6598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0 276 24575,'0'-1'0,"1"0"0,-1 0 0,0 0 0,0-1 0,1 1 0,-1 0 0,1 0 0,-1 0 0,1 0 0,-1 0 0,1 0 0,0 0 0,-1 0 0,1 0 0,0 0 0,0 1 0,0-1 0,0 0 0,0 0 0,-1 1 0,1-1 0,0 1 0,1-1 0,0 0 0,31-10 0,-19 7 0,21-6 0,0 1 0,1 2 0,69-4 0,8-2 0,137-23 0,-161 19 0,-59 11 0,-1 0 0,0-2 0,41-18 0,-37 14 0,0 1 0,40-8 0,-47 14-118,159-33-1129,-170 34-5579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24575,'0'-390'0,"3"364"0,0 0 0,2 0 0,0 0 0,2 1 0,13-31 0,-19 53 0,0 0 0,0 0 0,1 1 0,-1-1 0,1 1 0,0-1 0,0 1 0,0 0 0,0-1 0,0 1 0,0 0 0,1 0 0,-1 1 0,0-1 0,1 0 0,0 1 0,-1 0 0,1 0 0,0-1 0,0 1 0,0 1 0,0-1 0,3 0 0,7-1 0,1 1 0,0 1 0,26 2 0,-12-1 0,262 2 0,-281-3-236,0-1-1,0-1 1,0 0-1,11-3 0,-19 4 55,11-2-6644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0 625 24575,'0'-464'0,"0"449"0,0-1 0,1 0 0,1 1 0,1-1 0,0 1 0,6-19 0,-8 31 0,0 1 0,0 0 0,1 0 0,-1 1 0,1-1 0,-1 0 0,1 0 0,0 1 0,0-1 0,-1 1 0,1-1 0,0 1 0,0 0 0,0 0 0,1 0 0,-1 0 0,0 0 0,0 0 0,1 1 0,-1-1 0,4 0 0,6 0 0,0 0 0,0 0 0,13 2 0,-6 0 0,589 4-1365,-596-5-5461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24575,'1'16'0,"1"-1"0,0 0 0,0 1 0,2-1 0,0 0 0,0 0 0,2-1 0,0 0 0,0 1 0,1-2 0,1 1 0,17 21 0,-18-27 0,1 0 0,16 13 0,10 9 0,-25-22 0,1-1 0,1 0 0,0 0 0,0-1 0,0 0 0,0-1 0,17 5 0,-15-5 0,-1-1 0,0-1 0,1 0 0,-1-1 0,21 2 0,-21-4 0,-1 1 0,1 1 0,-1 0 0,1 1 0,19 7 0,-17-4 0,0 0 0,1-1 0,0-1 0,0 0 0,0-1 0,0-1 0,0 0 0,1-1 0,15-1 0,-18 0-195,0-2 0,0 0 0,0 0 0,-1-1 0,1-1 0,17-7 0,-16 6-6631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24575,'-2'1'0,"1"0"0,-1 0 0,0 1 0,0-1 0,0 0 0,1 1 0,-1-1 0,1 1 0,-1 0 0,1-1 0,0 1 0,-1 0 0,1 0 0,0 0 0,0 0 0,1 0 0,-2 2 0,-1 3 0,-8 10 0,-1-1 0,0 1 0,-18 17 0,1-2 0,28-31 0,0 0 0,0 0 0,0 1 0,0-1 0,0 0 0,1 0 0,-1 0 0,0 1 0,0-1 0,1 0 0,-1 1 0,1-1 0,-1 0 0,1 1 0,0-1 0,0 1 0,0-1 0,-1 0 0,1 1 0,0-1 0,1 1 0,-1-1 0,0 1 0,1 1 0,0-1 0,0-1 0,0 1 0,1-1 0,-1 0 0,0 1 0,1-1 0,-1 0 0,1 0 0,-1 0 0,1 0 0,0 0 0,-1 0 0,1-1 0,0 1 0,0-1 0,0 1 0,-1-1 0,4 1 0,26 3-43,0-2 0,0 0 0,38-5 0,-25 2-1150,-25 1-5633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24575,'-2'3'0,"-2"4"0,-3 7 0,0 3 0,1 6 0,2 2 0,1 2 0,1 3 0,1 2 0,1 2 0,0 0 0,0 2 0,1-3 0,-1-4 0,0-4 0,0-4 0,0-1 0,1-5-8191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24575,'1'1'0,"0"0"0,0 0 0,0 0 0,0 1 0,0-1 0,-1 0 0,1 0 0,0 0 0,-1 1 0,1-1 0,-1 0 0,1 1 0,-1-1 0,0 1 0,0-1 0,0 0 0,0 1 0,0 1 0,1-1 0,1 20 0,-1 32 0,-1-38 0,0 0 0,1 0 0,0 0 0,5 18 0,-6-33 0,0-1 0,0 1 0,0 0 0,0-1 0,0 1 0,1 0 0,-1-1 0,0 1 0,0-1 0,1 1 0,-1-1 0,0 1 0,1 0 0,-1-1 0,0 1 0,1-1 0,-1 0 0,1 1 0,-1-1 0,1 1 0,-1-1 0,1 0 0,-1 1 0,1-1 0,-1 0 0,1 1 0,0-1 0,-1 0 0,1 0 0,-1 0 0,1 0 0,0 1 0,-1-1 0,1 0 0,0 0 0,-1 0 0,1 0 0,-1-1 0,1 1 0,0 0 0,-1 0 0,1 0 0,-1 0 0,1-1 0,0 1 0,-1 0 0,1 0 0,0-1 0,5-3 0,-1 0 0,0 0 0,0 0 0,6-7 0,7-5 0,-17 16 0,0-1 0,1 0 0,-1 0 0,1 1 0,-1-1 0,1 1 0,0-1 0,-1 1 0,1 0 0,0-1 0,-1 1 0,1 0 0,0 0 0,-1 0 0,1 0 0,-1 1 0,1-1 0,0 0 0,1 1 0,0 1 0,0-1 0,-1 1 0,1-1 0,-1 1 0,1 0 0,-1 0 0,0 0 0,0 0 0,0 0 0,2 3 0,4 6 0,-1 1 0,0 0 0,10 23 0,-14-27 0,-1-5 0,-1 1 0,1-1 0,-1 1 0,0-1 0,0 1 0,-1-1 0,1 1 0,-1-1 0,1 1 0,-1 0 0,0-1 0,-1 1 0,1-1 0,-1 1 0,1-1 0,-1 1 0,0-1 0,-2 6 0,1-5 0,-1-1 0,1 1 0,-1-1 0,1 0 0,-1 0 0,0 0 0,0 0 0,0 0 0,-1-1 0,1 1 0,-1-1 0,1 0 0,-1 0 0,0 0 0,-6 2 0,-27 8-1365,21-7-5461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24575,'7'-3'0,"4"-1"0,3 0 0,3 1 0,1 1 0,-2 0-8191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54 150 24575,'-2'0'0,"0"0"0,-1 0 0,1 0 0,0 0 0,-1 0 0,1-1 0,0 1 0,-1-1 0,1 0 0,0 0 0,0 1 0,0-1 0,0-1 0,0 1 0,-4-2 0,5 1 0,-1-1 0,1 1 0,-1 0 0,1 0 0,0 0 0,0-1 0,0 1 0,0-1 0,0 1 0,0-1 0,1 1 0,-1-1 0,1 1 0,0-4 0,0 0 0,0 1 0,0 0 0,1 0 0,0 0 0,0-1 0,1 1 0,-1 0 0,1 0 0,0 1 0,1-1 0,-1 0 0,5-5 0,-6 8 0,0 0 0,0 0 0,0 1 0,0-1 0,1 0 0,-1 1 0,1-1 0,-1 1 0,1-1 0,-1 1 0,1 0 0,0-1 0,0 1 0,0 0 0,0 0 0,0 0 0,0 1 0,0-1 0,0 0 0,0 1 0,0 0 0,0-1 0,0 1 0,0 0 0,0 0 0,1 0 0,-1 0 0,0 0 0,0 1 0,0-1 0,0 1 0,3 0 0,-3 0 7,-1 0-1,1 0 0,-1 1 0,1-1 1,-1 0-1,1 1 0,-1-1 1,0 0-1,0 1 0,0 0 0,0-1 1,0 1-1,0 0 0,0-1 1,0 1-1,-1 0 0,1 0 0,0 3 1,2 35-1479,-3-40 1459,0 17-6813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24575,'28'39'0,"-1"0"0,-6-16 0,-3-5 0,0 2 0,-1 0 0,17 30 0,-21-30 0,-2 1 0,0 1 0,-2 0 0,0 1 0,-1 0 0,-2 0 0,0 0 0,-1 1 0,-2 0 0,1 37 0,-5 10 0,2 69 0,5-111-1365,-2-18-5461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24575,'-1'3'0,"0"-1"0,0 1 0,0-1 0,0 1 0,-1-1 0,0 0 0,1 1 0,-1-1 0,0 0 0,-2 2 0,-2 3 0,-3 3 0,-1-1 0,1 0 0,-2-1 0,1 0 0,-16 9 0,14-10 0,2 0 0,-1 1 0,1 0 0,0 1 0,-14 15 0,-11 12 0,35-36 0,0 1 0,0-1 0,-1 0 0,1 0 0,0 1 0,0-1 0,0 0 0,0 1 0,0-1 0,0 0 0,0 0 0,0 1 0,0-1 0,0 0 0,0 1 0,0-1 0,0 0 0,0 1 0,0-1 0,0 0 0,0 1 0,0-1 0,0 0 0,0 0 0,0 1 0,1-1 0,-1 0 0,0 0 0,0 1 0,0-1 0,0 0 0,1 0 0,-1 1 0,0-1 0,0 0 0,1 0 0,-1 0 0,0 1 0,0-1 0,1 0 0,-1 0 0,0 0 0,1 0 0,-1 0 0,0 0 0,0 0 0,1 0 0,-1 0 0,1 0 0,18 4 0,-19-4 0,70 5 0,102-5 0,-65-3 0,-88 3-1365,-3 0-5461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24575,'0'27'0,"4"89"0,-2-101 0,1 1 0,0-1 0,1 0 0,0 0 0,10 21 0,-6-17-341,0 0 0,-2 0-1,6 26 1,-10-32-6485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24575,'-1'56'0,"0"-25"0,1-1 0,6 46 0,-6-73 0,0 0 0,1-1 0,-1 1 0,1-1 0,0 1 0,-1-1 0,1 1 0,1-1 0,-1 1 0,0-1 0,0 0 0,1 0 0,0 0 0,-1 0 0,1 0 0,0 0 0,0 0 0,0 0 0,3 2 0,-2-3 0,0 0 0,0 0 0,0-1 0,-1 1 0,1-1 0,0 0 0,0 1 0,0-1 0,0-1 0,0 1 0,0 0 0,-1-1 0,1 1 0,0-1 0,0 0 0,0 0 0,4-2 0,-5 2 0,0 0 0,1 0 0,-1 0 0,0 1 0,0-1 0,1 1 0,-1-1 0,0 1 0,1 0 0,-1 0 0,1 0 0,-1 0 0,0 1 0,1-1 0,-1 0 0,0 1 0,4 1 0,-3 0 0,-1-1 0,1 1 0,-1 0 0,0 0 0,1 0 0,-1 0 0,0 0 0,0 0 0,-1 1 0,1-1 0,0 1 0,-1-1 0,0 1 0,2 3 0,2 6 0,-1 1 0,0 0 0,-1 0 0,0 0 0,0 16 0,-3-27 0,0-1 0,0 1 0,0 0 0,0-1 0,0 1 0,-1-1 0,1 1 0,-1-1 0,1 1 0,-1-1 0,1 1 0,-1-1 0,0 1 0,0-1 0,0 0 0,0 1 0,0-1 0,0 0 0,0 0 0,0 0 0,0 0 0,-1 0 0,1 0 0,0 0 0,-1 0 0,1 0 0,-1-1 0,1 1 0,-1 0 0,1-1 0,-1 1 0,-1-1 0,-7 2 0,1 0 0,-1-1 0,1 0 0,-12-1 0,13 0 0,-9 1-103,-11 0 221,-37-4 0,58 2-254,0 0 0,-1 0 0,1-1-1,0 0 1,0 0 0,0-1 0,0 0 0,0 0-1,1-1 1,-8-4 0,3-2-6690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0,4 1 0,1 0 0,2-1 0,-1 0 0,0-2 0,-4 3 0,-1 0 0,-1-1 0,-2 0-8191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90 104 24575,'0'1'0,"1"5"0,-1-1 0,-1 1 0,1 0 0,-1 0 0,-2 8 0,3-13 0,-1-1 0,1 1 0,0 0 0,0-1 0,-1 1 0,1-1 0,0 1 0,-1-1 0,1 1 0,0-1 0,-1 1 0,1-1 0,-1 1 0,1-1 0,-1 0 0,1 1 0,-1-1 0,1 0 0,-1 1 0,0-1 0,1 0 0,-1 0 0,0 1 0,0-1 0,-1-1 0,1 1 0,0 0 0,-1 0 0,1-1 0,0 1 0,-1-1 0,1 1 0,0-1 0,0 1 0,-1-1 0,1 0 0,0 0 0,0 1 0,-1-3 0,-4-2 0,1 1 0,1-2 0,-1 1 0,1 0 0,0-1 0,0 0 0,1 0 0,-5-9 0,6 11 0,1 0 0,-1 0 0,1 0 0,0 0 0,0 0 0,0 0 0,0 0 0,1 0 0,0 0 0,0 0 0,0 0 0,0-1 0,1 1 0,-1 0 0,3-6 0,-3 9 0,0 0 0,1 0 0,-1 0 0,0 0 0,1 0 0,-1 0 0,1 0 0,0 0 0,-1 0 0,1 0 0,0 0 0,0 1 0,-1-1 0,1 0 0,0 0 0,0 1 0,0-1 0,0 1 0,0-1 0,0 1 0,0-1 0,0 1 0,0-1 0,0 1 0,0 0 0,0 0 0,0-1 0,0 1 0,0 0 0,1 0 0,-1 0 0,0 0 0,0 0 0,0 1 0,0-1 0,0 0 0,0 0 0,0 1 0,0-1 0,0 1 0,0-1 0,0 1 0,2 0 0,0 1 0,0 0 0,1 1 0,-1-1 0,0 1 0,0 0 0,0 0 0,-1 0 0,1 0 0,-1 0 0,4 7 0,4 24 130,-5-10-1625,-1-12-5331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24575,'1'7'0,"0"-1"0,0 1 0,0 0 0,1-1 0,0 1 0,0-1 0,0 0 0,1 0 0,7 11 0,4 6 0,20 22 0,-22-30 0,4 6 0,3 5 0,2 0 0,26 24 0,-36-42 0,0-1 0,0 0 0,0-1 0,1 0 0,0 0 0,23 6 0,9 5 0,-13-5 0,1-1 0,0-2 0,1-1 0,-1-2 0,38 3 0,54 6 0,-53-10 0,-50-4 0,0 0 0,32 6 0,-31-3-74,0-1-1,0-2 0,36-1 1,-31-1-993,-12 1-5759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24575,'-39'79'0,"-46"135"0,78-186 0,1 2 0,1-1 0,2 0 0,1 1 0,1 0 0,2 0 0,8 56 0,-7-64 0,2 0 0,0-1 0,2 1 0,0-1 0,2 0 0,16 35 0,-22-54 0,-1 1 0,1-1 0,0 0 0,0 0 0,0 0 0,0 0 0,0 0 0,0 0 0,0-1 0,1 1 0,-1-1 0,0 1 0,1-1 0,0 0 0,-1 0 0,1 0 0,0 0 0,-1-1 0,1 1 0,0-1 0,0 1 0,-1-1 0,1 0 0,0 0 0,0-1 0,0 1 0,-1 0 0,1-1 0,0 0 0,0 1 0,4-4 0,4 0 0,0-1 0,0 0 0,-1-1 0,0 0 0,0 0 0,10-11 0,-13 11 0,0 0 0,0-1 0,-1 0 0,1 0 0,-2-1 0,1 0 0,-1 0 0,-1 0 0,1-1 0,-1 1 0,-1-1 0,0 0 0,0 0 0,0-1 0,-1 1 0,-1 0 0,0-1 0,0 1 0,-1-13 0,0 19 0,0 1 0,-1 0 0,1 0 0,-1-1 0,0 1 0,0 0 0,1 0 0,-1 0 0,-1 0 0,1 0 0,0 0 0,0 0 0,-1 1 0,1-1 0,-1 0 0,1 1 0,-1-1 0,0 1 0,0 0 0,0-1 0,1 1 0,-1 0 0,0 0 0,-1 0 0,1 0 0,0 0 0,-3 0 0,-6-2 0,0 1 0,0 0 0,0 1 0,-14 0 0,16 1 0,-181-1-1365,166 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22 24575,'-1'0'0,"-1"1"0,1-1 0,-1 1 0,1-1 0,0 1 0,-1 0 0,1 0 0,0-1 0,-1 1 0,1 0 0,0 0 0,0 0 0,0 0 0,0 0 0,0 1 0,0-1 0,0 0 0,0 0 0,0 1 0,1-1 0,-1 0 0,-1 3 0,-11 34 0,12-36 0,-5 28 0,1 0 0,2 0 0,1 0 0,1 1 0,7 56 0,-6-83 0,0-1 0,1 1 0,0 0 0,0 0 0,0-1 0,0 1 0,1-1 0,-1 1 0,1-1 0,0 0 0,0 1 0,0-1 0,0 0 0,0 0 0,1 0 0,0-1 0,5 5 0,-3-3 0,0-1 0,0 0 0,0-1 0,0 0 0,1 1 0,-1-2 0,1 1 0,-1 0 0,1-1 0,11 1 0,-8-2 0,1 0 0,0 0 0,0 0 0,-1-1 0,1-1 0,-1 0 0,1 0 0,-1-1 0,0 0 0,0-1 0,0 1 0,0-2 0,15-9 0,-10 3 0,-1-1 0,22-23 0,-31 29 0,1 0 0,-1 0 0,0 0 0,-1 0 0,0-1 0,0 0 0,0 1 0,-1-1 0,3-12 0,-2 2 0,0-1 0,-1 0 0,-1 1 0,-1-1 0,-1 0 0,0 0 0,-5-21 0,5 35 0,0 0 0,-1 0 0,0 0 0,0 0 0,0 0 0,0 1 0,-1-1 0,0 1 0,1-1 0,-1 1 0,0 0 0,-1 0 0,1 0 0,0 1 0,-1-1 0,0 1 0,1 0 0,-1-1 0,0 2 0,0-1 0,0 0 0,0 1 0,-1 0 0,1 0 0,-6 0 0,-10-2 0,0 1 0,-1 2 0,1 0 0,-22 3 0,33-2 0,-34 6-1365,26-4-5461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24575,'-4'0'0,"-1"0"0,0 0 0,1 0 0,-1 1 0,1-1 0,-1 1 0,0 0 0,-8 4 0,12-4 0,-1 0 0,0 1 0,1-1 0,-1 1 0,1-1 0,-1 1 0,1-1 0,0 1 0,-1 0 0,1 0 0,0 0 0,0 0 0,1 0 0,-1 0 0,0 0 0,0 0 0,1 0 0,0 0 0,-1 0 0,1 0 0,0 4 0,-1 4 0,0-1 0,1 1 0,0 0 0,0 0 0,4 17 0,-3-24 0,-1-1 0,1 1 0,0-1 0,0 1 0,0-1 0,1 1 0,-1-1 0,0 0 0,1 0 0,0 1 0,-1-1 0,1 0 0,0 0 0,0-1 0,0 1 0,0 0 0,1-1 0,-1 1 0,0-1 0,1 0 0,-1 0 0,1 0 0,-1 0 0,1 0 0,3 1 0,-2-2 0,-1 1 0,0 0 0,0-1 0,0 0 0,1 1 0,-1-1 0,0-1 0,0 1 0,0 0 0,1-1 0,-1 1 0,0-1 0,0 0 0,5-2 0,-6 1 0,-1 1 0,1-1 0,0 1 0,-1-1 0,1 1 0,-1-1 0,1 0 0,-1 0 0,0 0 0,0 0 0,0 0 0,0 0 0,0 0 0,0 0 0,-1 0 0,1-1 0,0 1 0,-1 0 0,0 0 0,0-1 0,0-2 0,-1-67-1365,0 56-5461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24575,'4'2'0,"0"-1"0,-1 1 0,0 0 0,1 0 0,-1 0 0,0 0 0,0 1 0,0-1 0,0 1 0,-1 0 0,1 0 0,3 5 0,4 3 0,124 136 0,-123-135 0,-1 2 0,0-1 0,-1 1 0,-1 1 0,0 0 0,-1 0 0,10 30 0,10 31 0,-19-56 0,0 0 0,-2 0 0,0 1 0,-2 0 0,0 0 0,1 27 0,-5 57-1365,-1-90-5461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24575,'0'-12'0,"0"0"0,1-1 0,0 1 0,1 0 0,1 0 0,4-13 0,-5 18 0,1 1 0,1-1 0,-1 1 0,1 0 0,0 0 0,0 1 0,1-1 0,0 1 0,0 0 0,0 0 0,0 0 0,7-3 0,0 0 0,-1 0 0,1 1 0,1 0 0,0 1 0,23-8 0,-33 12 0,0 1 0,1 0 0,-1 0 0,1 1 0,0-1 0,-1 1 0,1 0 0,-1 0 0,1 0 0,0 0 0,-1 0 0,1 1 0,-1 0 0,1 0 0,-1 0 0,1 0 0,-1 0 0,1 1 0,-1-1 0,0 1 0,0 0 0,0 0 0,0 0 0,0 1 0,-1-1 0,1 0 0,3 5 0,3 7 0,-1-1 0,0 2 0,-1-1 0,-1 1 0,8 28 0,14 81 0,-27-122 0,-1 1 0,1 0 0,-1-1 0,0 1 0,0 0 0,0-1 0,0 1 0,0 0 0,-1-1 0,1 1 0,-1 0 0,0-1 0,1 1 0,-1-1 0,0 1 0,-1-1 0,1 1 0,0-1 0,-1 0 0,1 0 0,-1 0 0,-2 3 0,-3 0 0,1 0 0,-1-1 0,0 0 0,0 0 0,0 0 0,-10 2 0,-3-2 0,17-7 0,12-3 0,-2 3 0,-1 1 0,1 0 0,0 0 0,0 1 0,-1 0 0,1 0 0,0 0 0,0 1 0,0 0 0,0 1 0,0-1 0,0 1 0,-1 1 0,1-1 0,0 1 0,-1 0 0,1 1 0,-1-1 0,0 1 0,1 1 0,-1-1 0,-1 1 0,1 0 0,7 7 0,-8-7 0,0 1 0,-1-1 0,0 1 0,0 0 0,0 0 0,0 0 0,-1 1 0,0-1 0,0 1 0,-1 0 0,5 12 0,-6-13 0,0 0 0,-1 0 0,1-1 0,-1 1 0,0 0 0,0 0 0,-1 0 0,1 0 0,-1 0 0,0 0 0,-1 0 0,1 0 0,-1-1 0,0 1 0,0-1 0,-4 8 0,2-8 0,1 0 0,0 0 0,-1-1 0,1 1 0,-1-1 0,0 0 0,0 0 0,0-1 0,-1 1 0,1-1 0,-1 1 0,1-1 0,-1-1 0,-5 2 0,0 0 0,0-1 0,1 0 0,-1 0 0,0-1 0,0-1 0,-12 0 0,20 0-136,-1-1-1,1 1 1,-1-1-1,0 0 1,1 1-1,-1-1 1,1 0-1,-1-1 0,-2-1 1,-7-5-6690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161 150 24575,'1'-25'0,"0"10"0,-1-1 0,-2-22 0,2 35 0,-1 0 0,1 0 0,-1 0 0,0 0 0,0 0 0,0 0 0,0 0 0,0 0 0,0 0 0,-1 1 0,0-1 0,1 1 0,-1-1 0,0 1 0,0-1 0,-1 1 0,1 0 0,-4-2 0,5 3 0,0 1 0,0-1 0,-1 1 0,1 0 0,0-1 0,-1 1 0,1 0 0,0 0 0,-1 0 0,1 0 0,0 0 0,0 1 0,-1-1 0,1 0 0,0 0 0,-1 1 0,1-1 0,0 1 0,0-1 0,-1 1 0,1 0 0,0-1 0,0 1 0,0 0 0,0 0 0,0 0 0,0 0 0,0 0 0,0 0 0,1 0 0,-1 0 0,0 0 0,-1 2 0,-3 6 0,-1-1 0,1 1 0,-4 10 0,9-17 0,-12 24 0,1 1 0,1 0 0,2 1 0,1 0 0,1 0 0,1 0 0,2 1 0,0 0 0,2 0 0,3 31 0,0-49 0,0 0 0,1-1 0,0 1 0,1 0 0,0-1 0,1 0 0,0 0 0,8 12 0,-9-15 0,1 0 0,0-1 0,0 1 0,0-1 0,1-1 0,-1 1 0,1-1 0,1 0 0,-1 0 0,1-1 0,0 0 0,9 5 0,-13-9 0,0 1 0,0-1 0,0 1 0,0-1 0,1 0 0,-1 0 0,0 0 0,0-1 0,0 1 0,1-1 0,-1 0 0,0 1 0,0-2 0,0 1 0,0 0 0,0 0 0,-1-1 0,1 0 0,0 1 0,-1-1 0,1 0 0,-1 0 0,3-3 0,8-8 0,-1 0 0,-1 0 0,10-16 0,-12 17 0,-3 4 0,-2 1 0,1-1 0,-1-1 0,0 1 0,-1 0 0,0-1 0,0 0 0,-1 0 0,0 0 0,1-12 0,-1-9 0,-3-55 0,-2 22 0,3 58 7,0 0 0,-1 0-1,0 0 1,0 0 0,0 1-1,-1-1 1,0 0-1,1 1 1,-2-1 0,1 1-1,0-1 1,-1 1 0,0 0-1,0 0 1,0 0 0,-1 1-1,-3-5 1,-1 1-193,-1 1 1,1 0-1,-1 0 0,0 1 1,-1 0-1,1 0 1,-12-3-1,5 2-6640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50 24575,'0'-2'0,"-1"-1"0,0 0 0,0 1 0,0-1 0,0 1 0,-1 0 0,1-1 0,-1 1 0,1 0 0,-1 0 0,0 0 0,0 0 0,0 0 0,0 1 0,0-1 0,0 0 0,0 1 0,-1 0 0,1-1 0,-1 1 0,1 0 0,-1 0 0,1 0 0,-5 0 0,5 0 0,0 1 0,-1-1 0,1 1 0,-1-1 0,1 1 0,-1 0 0,1 0 0,-1 0 0,0 0 0,1 1 0,-1-1 0,-2 2 0,3-2 0,1 1 0,-1 0 0,1-1 0,0 1 0,0 0 0,0 0 0,-1 0 0,1 0 0,0 0 0,0 0 0,0 0 0,0 0 0,1 1 0,-1-1 0,0 0 0,0 0 0,1 1 0,-1-1 0,1 0 0,-1 1 0,1-1 0,-1 3 0,-1 19 0,0 1 0,2-1 0,0 1 0,5 25 0,-5-47 0,0-1 0,0 1 0,1 0 0,-1-1 0,1 1 0,-1 0 0,1-1 0,0 1 0,-1-1 0,1 1 0,0-1 0,0 0 0,0 1 0,0-1 0,0 0 0,0 1 0,1-1 0,-1 0 0,0 0 0,4 2 0,-2-2 0,0 1 0,0-1 0,1 0 0,-1 0 0,1 0 0,-1-1 0,1 1 0,0-1 0,5 0 0,3 0 0,-1-1 0,1-1 0,0 0 0,-1-1 0,14-4 0,-23 6 0,0 0 0,1 0 0,-1 0 0,0 0 0,0-1 0,0 1 0,0 0 0,0-1 0,0 1 0,-1-1 0,1 0 0,0 0 0,-1 0 0,0 0 0,1 0 0,-1 0 0,0 0 0,0 0 0,0 0 0,0 0 0,0-1 0,0 1 0,-1 0 0,1-1 0,-1 1 0,0 0 0,0-1 0,0 1 0,0-1 0,0 1 0,0-1 0,-1 1 0,1 0 0,-1-3 0,-1-2 0,0 1 0,0-1 0,-1 1 0,1 0 0,-1-1 0,-1 1 0,1 1 0,-1-1 0,0 0 0,-9-9 0,-15-10-1365,20 19-5461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34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24575,'2'9'0,"-1"0"0,2-1 0,-1 1 0,1-1 0,0 1 0,1-1 0,0 0 0,9 13 0,-3-3 0,0 2 0,11 17 0,-2 2 0,27 76 0,23 171 0,-64-257 0,1 5 0,-2 1 0,1 40 0,-5-58-1365,0-2-5461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36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11 24575,'0'0'0,"0"-1"0,0 1 0,0-1 0,0 1 0,0-1 0,-1 1 0,1-1 0,0 1 0,0-1 0,-1 1 0,1-1 0,0 1 0,0 0 0,-1-1 0,1 1 0,-1-1 0,1 1 0,0 0 0,-1-1 0,1 1 0,-1 0 0,1 0 0,-1-1 0,1 1 0,0 0 0,-1 0 0,1 0 0,-1 0 0,1 0 0,-1-1 0,0 1 0,1 0 0,-1 0 0,1 0 0,-1 0 0,1 0 0,-1 1 0,1-1 0,-1 0 0,-22 5 0,23-5 0,-25 9 0,0 1 0,1 2 0,0 0 0,1 2 0,0 0 0,1 2 0,-33 29 0,49-39 0,1 0 0,0 0 0,0 1 0,0-1 0,1 1 0,0 0 0,0 0 0,1 1 0,0-1 0,0 1 0,1-1 0,0 1 0,0 0 0,0 8 0,-2 15 0,3 0 0,1 40 0,1-40 0,-1 4 0,4 57 0,-4-83 0,2-1 0,-1 0 0,1 0 0,0-1 0,1 1 0,0 0 0,0-1 0,8 14 0,-10-20 0,0 0 0,-1 1 0,1-1 0,0 0 0,0 0 0,0 0 0,0 0 0,0 0 0,0 0 0,0 0 0,1 0 0,-1 0 0,0 0 0,0-1 0,1 1 0,-1 0 0,1-1 0,-1 1 0,0-1 0,1 0 0,-1 1 0,1-1 0,-1 0 0,1 0 0,-1 0 0,1 0 0,-1 0 0,1 0 0,-1-1 0,1 1 0,-1 0 0,0-1 0,1 1 0,-1-1 0,1 1 0,-1-1 0,0 0 0,3-1 0,3-4 0,1 0 0,-2 0 0,1-1 0,-1 0 0,7-9 0,-1 1 0,6-4 0,5-6 0,-1-1 0,25-39 0,-41 54 5,-1 1 0,-1-1 0,0 0 0,0 0 0,-1 0 0,0-1 0,-1 1 0,1-18 0,-4-98-245,-1 64-930,2 47-5656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0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24575,'3'0'0,"7"0"0,5-3 0,3-1 0,1 0 0,1 1 0,-1 1 0,0 0 0,0 2 0,-1-1 0,0 1 0,0 0 0,-1 1 0,1-1 0,0 0 0,-1 0 0,-2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8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369 110 24575,'0'-3'0,"0"0"0,0 0 0,-1 0 0,1 0 0,-1 0 0,0 0 0,0 0 0,0 0 0,0 0 0,-1 0 0,1 1 0,-1-1 0,0 0 0,-3-4 0,1 3 0,-1 0 0,1 0 0,-1 0 0,0 1 0,0-1 0,0 1 0,-7-3 0,-2 1 0,1 0 0,-1 0 0,0 1 0,0 1 0,-24-2 0,29 4 0,2 0 0,0 1 0,-1-1 0,1 1 0,-8 2 0,12-2 0,1 0 0,0 1 0,0-1 0,0 1 0,0 0 0,0 0 0,0 0 0,0 0 0,0 0 0,1 0 0,-1 0 0,0 1 0,0-1 0,1 1 0,-1-1 0,1 1 0,0-1 0,-3 5 0,-7 17 0,0 2 0,2-1 0,-11 46 0,13-46 0,-8 37 0,2 0 0,4 0 0,-4 103 0,13-158 0,1 56 0,-1-57 0,1 1 0,0-1 0,0 0 0,1 0 0,-1 0 0,1 1 0,0-2 0,0 1 0,4 5 0,-5-8 0,-1-1 0,1 0 0,0 0 0,0 0 0,1 0 0,-1 0 0,0 0 0,0 0 0,0-1 0,1 1 0,-1 0 0,0 0 0,1-1 0,-1 1 0,0-1 0,1 0 0,-1 1 0,1-1 0,1 0 0,0 0 0,1 0 0,-1 0 0,1 0 0,-1-1 0,1 1 0,-1-1 0,7-3 0,2-1 0,-1 0 0,1-2 0,13-9 0,-10 4 0,0 0 0,-1 0 0,0-1 0,-2-1 0,1 0 0,-2-1 0,13-20 0,58-120 0,-57 103 0,16-51 0,-40 138 0,1 0 0,2 1 0,2 0 0,1-1 0,15 47 0,-14-59 0,1-1 0,1 0 0,0-1 0,2 0 0,1 0 0,0-1 0,25 27 0,-35-43 0,1 0 0,0-1 0,-1 1 0,1-1 0,1 0 0,-1 0 0,0-1 0,1 1 0,-1-1 0,8 3 0,-9-5 0,0 1 0,-1-1 0,1 1 0,0-1 0,-1 0 0,1 0 0,0 0 0,-1 0 0,1-1 0,0 1 0,-1-1 0,1 0 0,0 0 0,-1 0 0,1 0 0,-1 0 0,0 0 0,1 0 0,-1-1 0,0 1 0,2-3 0,13-11-1365,-2-1-5461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9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24575,'0'952'0,"2"-959"0,-1 0 0,1 0 0,0 0 0,1 1 0,0-1 0,3-6 0,0 0 0,15-30 0,2 0 0,1 2 0,2 0 0,2 2 0,2 1 0,64-64 0,-91 99 0,0 0 0,1 0 0,-1 0 0,1 1 0,-1-1 0,1 1 0,0 0 0,0 0 0,0 0 0,0 1 0,7-3 0,-8 4 0,-1 0 0,1 0 0,-1 0 0,1 1 0,-1-1 0,1 0 0,-1 1 0,1 0 0,-1-1 0,1 1 0,-1 0 0,0 0 0,1 0 0,-1 1 0,0-1 0,0 1 0,0-1 0,0 1 0,0 0 0,-1-1 0,3 3 0,3 4 0,0-1 0,0 1 0,-1 1 0,0-1 0,-1 1 0,0 0 0,0 0 0,-1 0 0,0 1 0,0 0 0,-1 0 0,0 0 0,-1 0 0,-1 0 0,1 0 0,-1 0 0,-1 1 0,0-1 0,-1 0 0,0 1 0,-4 17 0,3-20 0,-1 0 0,0-1 0,-1 1 0,0-1 0,0 0 0,0 0 0,-11 12 0,-44 41 0,47-48 0,-24 21 0,0-1 0,-2-2 0,-70 42 0,77-60-1365,19-10-5461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51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373 120 24575,'1'-22'0,"0"13"0,0-1 0,-1 1 0,-3-17 0,3 24 0,0 1 0,-1-1 0,1 0 0,-1 0 0,1 0 0,-1 0 0,0 1 0,0-1 0,0 0 0,0 1 0,0-1 0,0 1 0,0-1 0,-1 1 0,1-1 0,-1 1 0,1 0 0,-1 0 0,1 0 0,-1 0 0,1 0 0,-1 0 0,-2-1 0,-5 0 0,0 0 0,0 0 0,0 1 0,0 1 0,0-1 0,0 2 0,0-1 0,0 1 0,-8 2 0,-4 1 0,1 1 0,-36 14 0,51-18 0,-1 2 0,0-1 0,1 1 0,-1 0 0,1 0 0,0 0 0,0 1 0,0 0 0,1 0 0,-1 0 0,1 0 0,0 1 0,0 0 0,1-1 0,-1 2 0,1-1 0,0 0 0,0 1 0,1-1 0,0 1 0,-2 7 0,-12 41 0,6-23 0,1 1 0,2 0 0,-5 49 0,12-71 0,-1 4 0,0 0 0,1 0 0,0 0 0,2 0 0,2 15 0,-3-26 0,0 0 0,0 0 0,0 0 0,0 0 0,0 0 0,1 0 0,0 0 0,-1 0 0,1 0 0,0-1 0,1 1 0,-1-1 0,0 0 0,1 1 0,-1-1 0,1 0 0,-1 0 0,1-1 0,0 1 0,0-1 0,0 1 0,0-1 0,0 0 0,0 0 0,1 0 0,-1 0 0,4 0 0,8 1 0,16 3 0,0-1 0,38-1 0,-59-3 0,-1-1 0,1 0 0,-1 0 0,1-1 0,-1-1 0,0 1 0,0-1 0,0-1 0,0 0 0,-1 0 0,15-10 0,28-26-1365,-29 21-5461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55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6:00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6:02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B2431-ECE2-43C6-635E-E46566FC8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42BAA7-AC0E-FB57-4006-C068649B0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BBB6C0-651E-45C4-EF2F-DA403BCB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AF6717-4E7B-903B-BA04-4FD79D82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AFC61D-4A9C-C0B1-43AE-6F515D02E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417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E771ED-4B9B-3E83-F302-18DC6449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745CCD-C7AB-4353-B10E-1C03F21F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580E0B-F1EB-5E0A-48A7-5D0BEDAC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42431B-E002-8E81-16F9-1006B11D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EA42A5-832B-A481-2A0D-1B57C720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84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392AC-6A12-DB15-6F0B-D4595638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774A83-B8A4-11D6-B7E0-1EF5D2168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6B827E-32FB-56C7-12C1-2F653788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668FEC-4A32-3888-ACDB-BF6A01FE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F3B3BE-A6C0-1690-3F30-35A3EA98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54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E6841-9A68-946D-C530-BCDAF9E4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7C7CF2-4402-903E-81E1-CEB55DC3D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5F3A63-9181-8774-92F3-2007AEAF7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7638AB-69E3-E9AC-4926-58D0E98D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AC32A5-3123-46F1-42A7-EF298AF9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2A0DF4-1741-66F8-B6F2-B297C905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8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51245-A6C4-3DE6-1D6C-1895F799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39853F-C82A-71CA-4204-6623F1B1E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11DEB1-C870-7379-722D-4F1E69AD9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8FBFA1-2FA2-7858-77B5-43F25C7CE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D10396B-750B-3278-B508-AE372C7C9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2A16F6-5978-793E-EE57-A6FC87A0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85A8A0D-0919-B59E-BDEC-2B1A4138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7D2828-0B74-C149-3BC2-0286C7C4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4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CDAC40-D95E-BD33-BAD0-616FA64B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DF49A6-F50D-D10D-78F6-E535A2A0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B8B536-B755-557C-E231-51909E05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28FCBE-76F5-7DA3-5A23-39B8D31B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4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0AC649-4777-3B2F-9CAE-35B5D053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7FC6FF-014E-9129-6D09-82E72947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F411E3-A88F-6151-FFE8-84A82A50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51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B71D0D-816D-D75D-FF9D-3558DCBE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8FA3BE-173E-F15D-FF32-4763D9942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7FCF58-D15C-88C9-FAB9-B95CD351E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9BC003-4D48-E1D2-8F87-E17117F9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A3C398-C49F-740A-7B3F-F1CC61B0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D824D4-6E51-BA02-9EF6-29BFB218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87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A1888A-A6E8-4AC9-13C8-DEDEC83E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614C94-22E4-A7FF-ECB7-1117FEADC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5F7355-C701-4C6E-249A-043709C5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FB1BE5-0329-6B21-4D75-3001CA3D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690D95-02F3-741E-3D57-AFFC38B6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BB6FAB-2775-C623-C226-B995C83E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576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0974A-2320-9B5F-5788-1386CAA1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EF7AD0-59A6-0EB7-1B9A-769AC132C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A39BBD-DC64-97F9-7944-411402A5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288C29-1ABB-1AA3-474F-853715B2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9D79C0-A92E-025A-7C8A-6D0046AB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90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4B6C2B-A306-98C8-E7D7-87E48CFFA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1A69FF-C916-9A86-4370-192ABC3AD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30E7D-EA50-F8B9-A376-0BE68645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36EE1F-F882-9A2C-86DD-871E4BCA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002965-70E0-6B0F-9A53-227EC6EA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03A035-F472-ACA8-8FFE-4EDFD56D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4A1D39-E559-CB1B-D7C7-ED86A080A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699F5-9D4C-56DA-A638-DD02601CF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AB4BC9-54A1-7770-F030-F6D7E3E9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5EC6E4-CCF9-2888-9030-3BF80C179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88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63" Type="http://schemas.openxmlformats.org/officeDocument/2006/relationships/image" Target="../media/image33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6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3.png"/><Relationship Id="rId61" Type="http://schemas.openxmlformats.org/officeDocument/2006/relationships/image" Target="../media/image32.png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3" Type="http://schemas.openxmlformats.org/officeDocument/2006/relationships/image" Target="../media/image2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4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.xml"/><Relationship Id="rId21" Type="http://schemas.openxmlformats.org/officeDocument/2006/relationships/image" Target="../media/image43.png"/><Relationship Id="rId42" Type="http://schemas.openxmlformats.org/officeDocument/2006/relationships/image" Target="../media/image53.png"/><Relationship Id="rId47" Type="http://schemas.openxmlformats.org/officeDocument/2006/relationships/customXml" Target="../ink/ink56.xml"/><Relationship Id="rId63" Type="http://schemas.openxmlformats.org/officeDocument/2006/relationships/customXml" Target="../ink/ink64.xml"/><Relationship Id="rId68" Type="http://schemas.openxmlformats.org/officeDocument/2006/relationships/image" Target="../media/image66.png"/><Relationship Id="rId16" Type="http://schemas.openxmlformats.org/officeDocument/2006/relationships/customXml" Target="../ink/ink40.xml"/><Relationship Id="rId11" Type="http://schemas.openxmlformats.org/officeDocument/2006/relationships/image" Target="../media/image38.png"/><Relationship Id="rId32" Type="http://schemas.openxmlformats.org/officeDocument/2006/relationships/image" Target="../media/image48.png"/><Relationship Id="rId37" Type="http://schemas.openxmlformats.org/officeDocument/2006/relationships/customXml" Target="../ink/ink51.xml"/><Relationship Id="rId53" Type="http://schemas.openxmlformats.org/officeDocument/2006/relationships/customXml" Target="../ink/ink59.xml"/><Relationship Id="rId58" Type="http://schemas.openxmlformats.org/officeDocument/2006/relationships/image" Target="../media/image61.png"/><Relationship Id="rId74" Type="http://schemas.openxmlformats.org/officeDocument/2006/relationships/image" Target="../media/image69.png"/><Relationship Id="rId79" Type="http://schemas.openxmlformats.org/officeDocument/2006/relationships/customXml" Target="../ink/ink72.xml"/><Relationship Id="rId5" Type="http://schemas.openxmlformats.org/officeDocument/2006/relationships/image" Target="../media/image35.png"/><Relationship Id="rId61" Type="http://schemas.openxmlformats.org/officeDocument/2006/relationships/customXml" Target="../ink/ink63.xml"/><Relationship Id="rId82" Type="http://schemas.openxmlformats.org/officeDocument/2006/relationships/image" Target="../media/image73.png"/><Relationship Id="rId19" Type="http://schemas.openxmlformats.org/officeDocument/2006/relationships/image" Target="../media/image42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customXml" Target="../ink/ink46.xml"/><Relationship Id="rId30" Type="http://schemas.openxmlformats.org/officeDocument/2006/relationships/image" Target="../media/image47.png"/><Relationship Id="rId35" Type="http://schemas.openxmlformats.org/officeDocument/2006/relationships/customXml" Target="../ink/ink50.xml"/><Relationship Id="rId43" Type="http://schemas.openxmlformats.org/officeDocument/2006/relationships/customXml" Target="../ink/ink54.xml"/><Relationship Id="rId48" Type="http://schemas.openxmlformats.org/officeDocument/2006/relationships/image" Target="../media/image56.png"/><Relationship Id="rId56" Type="http://schemas.openxmlformats.org/officeDocument/2006/relationships/image" Target="../media/image60.png"/><Relationship Id="rId64" Type="http://schemas.openxmlformats.org/officeDocument/2006/relationships/image" Target="../media/image64.png"/><Relationship Id="rId69" Type="http://schemas.openxmlformats.org/officeDocument/2006/relationships/customXml" Target="../ink/ink67.xml"/><Relationship Id="rId77" Type="http://schemas.openxmlformats.org/officeDocument/2006/relationships/customXml" Target="../ink/ink71.xml"/><Relationship Id="rId8" Type="http://schemas.openxmlformats.org/officeDocument/2006/relationships/customXml" Target="../ink/ink36.xml"/><Relationship Id="rId51" Type="http://schemas.openxmlformats.org/officeDocument/2006/relationships/customXml" Target="../ink/ink58.xml"/><Relationship Id="rId72" Type="http://schemas.openxmlformats.org/officeDocument/2006/relationships/image" Target="../media/image68.png"/><Relationship Id="rId80" Type="http://schemas.openxmlformats.org/officeDocument/2006/relationships/image" Target="../media/image72.png"/><Relationship Id="rId3" Type="http://schemas.openxmlformats.org/officeDocument/2006/relationships/image" Target="../media/image12.png"/><Relationship Id="rId12" Type="http://schemas.openxmlformats.org/officeDocument/2006/relationships/customXml" Target="../ink/ink38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customXml" Target="../ink/ink49.xml"/><Relationship Id="rId38" Type="http://schemas.openxmlformats.org/officeDocument/2006/relationships/image" Target="../media/image51.png"/><Relationship Id="rId46" Type="http://schemas.openxmlformats.org/officeDocument/2006/relationships/image" Target="../media/image55.png"/><Relationship Id="rId59" Type="http://schemas.openxmlformats.org/officeDocument/2006/relationships/customXml" Target="../ink/ink62.xml"/><Relationship Id="rId67" Type="http://schemas.openxmlformats.org/officeDocument/2006/relationships/customXml" Target="../ink/ink66.xml"/><Relationship Id="rId20" Type="http://schemas.openxmlformats.org/officeDocument/2006/relationships/customXml" Target="../ink/ink42.xml"/><Relationship Id="rId41" Type="http://schemas.openxmlformats.org/officeDocument/2006/relationships/customXml" Target="../ink/ink53.xml"/><Relationship Id="rId54" Type="http://schemas.openxmlformats.org/officeDocument/2006/relationships/image" Target="../media/image59.png"/><Relationship Id="rId62" Type="http://schemas.openxmlformats.org/officeDocument/2006/relationships/image" Target="../media/image63.png"/><Relationship Id="rId70" Type="http://schemas.openxmlformats.org/officeDocument/2006/relationships/image" Target="../media/image67.png"/><Relationship Id="rId75" Type="http://schemas.openxmlformats.org/officeDocument/2006/relationships/customXml" Target="../ink/ink7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.xml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image" Target="../media/image46.png"/><Relationship Id="rId36" Type="http://schemas.openxmlformats.org/officeDocument/2006/relationships/image" Target="../media/image50.png"/><Relationship Id="rId49" Type="http://schemas.openxmlformats.org/officeDocument/2006/relationships/customXml" Target="../ink/ink57.xml"/><Relationship Id="rId57" Type="http://schemas.openxmlformats.org/officeDocument/2006/relationships/customXml" Target="../ink/ink61.xml"/><Relationship Id="rId10" Type="http://schemas.openxmlformats.org/officeDocument/2006/relationships/customXml" Target="../ink/ink37.xml"/><Relationship Id="rId31" Type="http://schemas.openxmlformats.org/officeDocument/2006/relationships/customXml" Target="../ink/ink48.xml"/><Relationship Id="rId44" Type="http://schemas.openxmlformats.org/officeDocument/2006/relationships/image" Target="../media/image54.png"/><Relationship Id="rId52" Type="http://schemas.openxmlformats.org/officeDocument/2006/relationships/image" Target="../media/image58.png"/><Relationship Id="rId60" Type="http://schemas.openxmlformats.org/officeDocument/2006/relationships/image" Target="../media/image62.png"/><Relationship Id="rId65" Type="http://schemas.openxmlformats.org/officeDocument/2006/relationships/customXml" Target="../ink/ink65.xml"/><Relationship Id="rId73" Type="http://schemas.openxmlformats.org/officeDocument/2006/relationships/customXml" Target="../ink/ink69.xml"/><Relationship Id="rId78" Type="http://schemas.openxmlformats.org/officeDocument/2006/relationships/image" Target="../media/image71.png"/><Relationship Id="rId81" Type="http://schemas.openxmlformats.org/officeDocument/2006/relationships/customXml" Target="../ink/ink73.xml"/><Relationship Id="rId4" Type="http://schemas.openxmlformats.org/officeDocument/2006/relationships/customXml" Target="../ink/ink34.xml"/><Relationship Id="rId9" Type="http://schemas.openxmlformats.org/officeDocument/2006/relationships/image" Target="../media/image37.png"/><Relationship Id="rId13" Type="http://schemas.openxmlformats.org/officeDocument/2006/relationships/image" Target="../media/image39.png"/><Relationship Id="rId18" Type="http://schemas.openxmlformats.org/officeDocument/2006/relationships/customXml" Target="../ink/ink41.xml"/><Relationship Id="rId39" Type="http://schemas.openxmlformats.org/officeDocument/2006/relationships/customXml" Target="../ink/ink52.xml"/><Relationship Id="rId34" Type="http://schemas.openxmlformats.org/officeDocument/2006/relationships/image" Target="../media/image49.png"/><Relationship Id="rId50" Type="http://schemas.openxmlformats.org/officeDocument/2006/relationships/image" Target="../media/image57.png"/><Relationship Id="rId55" Type="http://schemas.openxmlformats.org/officeDocument/2006/relationships/customXml" Target="../ink/ink60.xml"/><Relationship Id="rId76" Type="http://schemas.openxmlformats.org/officeDocument/2006/relationships/image" Target="../media/image70.png"/><Relationship Id="rId7" Type="http://schemas.openxmlformats.org/officeDocument/2006/relationships/image" Target="../media/image36.png"/><Relationship Id="rId71" Type="http://schemas.openxmlformats.org/officeDocument/2006/relationships/customXml" Target="../ink/ink68.xml"/><Relationship Id="rId2" Type="http://schemas.openxmlformats.org/officeDocument/2006/relationships/customXml" Target="../ink/ink33.xml"/><Relationship Id="rId29" Type="http://schemas.openxmlformats.org/officeDocument/2006/relationships/customXml" Target="../ink/ink47.xml"/><Relationship Id="rId24" Type="http://schemas.openxmlformats.org/officeDocument/2006/relationships/customXml" Target="../ink/ink44.xml"/><Relationship Id="rId40" Type="http://schemas.openxmlformats.org/officeDocument/2006/relationships/image" Target="../media/image52.png"/><Relationship Id="rId45" Type="http://schemas.openxmlformats.org/officeDocument/2006/relationships/customXml" Target="../ink/ink55.xml"/><Relationship Id="rId66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13" Type="http://schemas.openxmlformats.org/officeDocument/2006/relationships/image" Target="../media/image78.png"/><Relationship Id="rId3" Type="http://schemas.openxmlformats.org/officeDocument/2006/relationships/image" Target="../media/image35.png"/><Relationship Id="rId7" Type="http://schemas.openxmlformats.org/officeDocument/2006/relationships/customXml" Target="../ink/ink77.xml"/><Relationship Id="rId12" Type="http://schemas.openxmlformats.org/officeDocument/2006/relationships/customXml" Target="../ink/ink79.xml"/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.xml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79.png"/><Relationship Id="rId10" Type="http://schemas.openxmlformats.org/officeDocument/2006/relationships/customXml" Target="../ink/ink78.xml"/><Relationship Id="rId4" Type="http://schemas.openxmlformats.org/officeDocument/2006/relationships/customXml" Target="../ink/ink75.xml"/><Relationship Id="rId9" Type="http://schemas.openxmlformats.org/officeDocument/2006/relationships/image" Target="../media/image3.jpg"/><Relationship Id="rId14" Type="http://schemas.openxmlformats.org/officeDocument/2006/relationships/customXml" Target="../ink/ink8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35.png"/><Relationship Id="rId7" Type="http://schemas.openxmlformats.org/officeDocument/2006/relationships/customXml" Target="../ink/ink84.xml"/><Relationship Id="rId2" Type="http://schemas.openxmlformats.org/officeDocument/2006/relationships/customXml" Target="../ink/ink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.xml"/><Relationship Id="rId11" Type="http://schemas.openxmlformats.org/officeDocument/2006/relationships/image" Target="../media/image81.jpg"/><Relationship Id="rId5" Type="http://schemas.openxmlformats.org/officeDocument/2006/relationships/image" Target="../media/image74.png"/><Relationship Id="rId10" Type="http://schemas.openxmlformats.org/officeDocument/2006/relationships/image" Target="../media/image80.png"/><Relationship Id="rId4" Type="http://schemas.openxmlformats.org/officeDocument/2006/relationships/customXml" Target="../ink/ink82.xml"/><Relationship Id="rId9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customXml" Target="../ink/ink93.xml"/><Relationship Id="rId34" Type="http://schemas.openxmlformats.org/officeDocument/2006/relationships/image" Target="../media/image27.png"/><Relationship Id="rId42" Type="http://schemas.openxmlformats.org/officeDocument/2006/relationships/image" Target="../media/image31.png"/><Relationship Id="rId47" Type="http://schemas.openxmlformats.org/officeDocument/2006/relationships/customXml" Target="../ink/ink106.xml"/><Relationship Id="rId50" Type="http://schemas.openxmlformats.org/officeDocument/2006/relationships/customXml" Target="../ink/ink107.xml"/><Relationship Id="rId55" Type="http://schemas.openxmlformats.org/officeDocument/2006/relationships/image" Target="../media/image89.png"/><Relationship Id="rId63" Type="http://schemas.openxmlformats.org/officeDocument/2006/relationships/image" Target="../media/image93.png"/><Relationship Id="rId7" Type="http://schemas.openxmlformats.org/officeDocument/2006/relationships/customXml" Target="../ink/ink86.xml"/><Relationship Id="rId2" Type="http://schemas.openxmlformats.org/officeDocument/2006/relationships/image" Target="../media/image83.png"/><Relationship Id="rId16" Type="http://schemas.openxmlformats.org/officeDocument/2006/relationships/image" Target="../media/image18.png"/><Relationship Id="rId29" Type="http://schemas.openxmlformats.org/officeDocument/2006/relationships/customXml" Target="../ink/ink97.xml"/><Relationship Id="rId11" Type="http://schemas.openxmlformats.org/officeDocument/2006/relationships/customXml" Target="../ink/ink88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101.xml"/><Relationship Id="rId40" Type="http://schemas.openxmlformats.org/officeDocument/2006/relationships/image" Target="../media/image30.png"/><Relationship Id="rId45" Type="http://schemas.openxmlformats.org/officeDocument/2006/relationships/customXml" Target="../ink/ink105.xml"/><Relationship Id="rId53" Type="http://schemas.openxmlformats.org/officeDocument/2006/relationships/image" Target="../media/image88.png"/><Relationship Id="rId58" Type="http://schemas.openxmlformats.org/officeDocument/2006/relationships/customXml" Target="../ink/ink111.xml"/><Relationship Id="rId66" Type="http://schemas.openxmlformats.org/officeDocument/2006/relationships/customXml" Target="../ink/ink115.xml"/><Relationship Id="rId5" Type="http://schemas.openxmlformats.org/officeDocument/2006/relationships/customXml" Target="../ink/ink85.xml"/><Relationship Id="rId61" Type="http://schemas.openxmlformats.org/officeDocument/2006/relationships/image" Target="../media/image92.png"/><Relationship Id="rId19" Type="http://schemas.openxmlformats.org/officeDocument/2006/relationships/customXml" Target="../ink/ink92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96.xml"/><Relationship Id="rId30" Type="http://schemas.openxmlformats.org/officeDocument/2006/relationships/image" Target="../media/image25.png"/><Relationship Id="rId35" Type="http://schemas.openxmlformats.org/officeDocument/2006/relationships/customXml" Target="../ink/ink100.xml"/><Relationship Id="rId43" Type="http://schemas.openxmlformats.org/officeDocument/2006/relationships/customXml" Target="../ink/ink104.xml"/><Relationship Id="rId48" Type="http://schemas.openxmlformats.org/officeDocument/2006/relationships/image" Target="../media/image34.png"/><Relationship Id="rId56" Type="http://schemas.openxmlformats.org/officeDocument/2006/relationships/customXml" Target="../ink/ink110.xml"/><Relationship Id="rId64" Type="http://schemas.openxmlformats.org/officeDocument/2006/relationships/customXml" Target="../ink/ink114.xml"/><Relationship Id="rId8" Type="http://schemas.openxmlformats.org/officeDocument/2006/relationships/image" Target="../media/image14.png"/><Relationship Id="rId51" Type="http://schemas.openxmlformats.org/officeDocument/2006/relationships/image" Target="../media/image87.png"/><Relationship Id="rId3" Type="http://schemas.openxmlformats.org/officeDocument/2006/relationships/image" Target="../media/image84.png"/><Relationship Id="rId12" Type="http://schemas.openxmlformats.org/officeDocument/2006/relationships/image" Target="../media/image16.png"/><Relationship Id="rId17" Type="http://schemas.openxmlformats.org/officeDocument/2006/relationships/customXml" Target="../ink/ink91.xml"/><Relationship Id="rId25" Type="http://schemas.openxmlformats.org/officeDocument/2006/relationships/customXml" Target="../ink/ink95.xml"/><Relationship Id="rId33" Type="http://schemas.openxmlformats.org/officeDocument/2006/relationships/customXml" Target="../ink/ink99.xml"/><Relationship Id="rId38" Type="http://schemas.openxmlformats.org/officeDocument/2006/relationships/image" Target="../media/image29.png"/><Relationship Id="rId46" Type="http://schemas.openxmlformats.org/officeDocument/2006/relationships/image" Target="../media/image33.png"/><Relationship Id="rId59" Type="http://schemas.openxmlformats.org/officeDocument/2006/relationships/image" Target="../media/image91.png"/><Relationship Id="rId67" Type="http://schemas.openxmlformats.org/officeDocument/2006/relationships/image" Target="../media/image95.png"/><Relationship Id="rId20" Type="http://schemas.openxmlformats.org/officeDocument/2006/relationships/image" Target="../media/image20.png"/><Relationship Id="rId41" Type="http://schemas.openxmlformats.org/officeDocument/2006/relationships/customXml" Target="../ink/ink103.xml"/><Relationship Id="rId54" Type="http://schemas.openxmlformats.org/officeDocument/2006/relationships/customXml" Target="../ink/ink109.xml"/><Relationship Id="rId62" Type="http://schemas.openxmlformats.org/officeDocument/2006/relationships/customXml" Target="../ink/ink1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5" Type="http://schemas.openxmlformats.org/officeDocument/2006/relationships/customXml" Target="../ink/ink90.xml"/><Relationship Id="rId23" Type="http://schemas.openxmlformats.org/officeDocument/2006/relationships/customXml" Target="../ink/ink94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49" Type="http://schemas.openxmlformats.org/officeDocument/2006/relationships/image" Target="../media/image86.png"/><Relationship Id="rId57" Type="http://schemas.openxmlformats.org/officeDocument/2006/relationships/image" Target="../media/image90.png"/><Relationship Id="rId10" Type="http://schemas.openxmlformats.org/officeDocument/2006/relationships/image" Target="../media/image15.png"/><Relationship Id="rId31" Type="http://schemas.openxmlformats.org/officeDocument/2006/relationships/customXml" Target="../ink/ink98.xml"/><Relationship Id="rId44" Type="http://schemas.openxmlformats.org/officeDocument/2006/relationships/image" Target="../media/image32.png"/><Relationship Id="rId52" Type="http://schemas.openxmlformats.org/officeDocument/2006/relationships/customXml" Target="../ink/ink108.xml"/><Relationship Id="rId60" Type="http://schemas.openxmlformats.org/officeDocument/2006/relationships/customXml" Target="../ink/ink112.xml"/><Relationship Id="rId65" Type="http://schemas.openxmlformats.org/officeDocument/2006/relationships/image" Target="../media/image94.png"/><Relationship Id="rId4" Type="http://schemas.openxmlformats.org/officeDocument/2006/relationships/image" Target="../media/image85.png"/><Relationship Id="rId9" Type="http://schemas.openxmlformats.org/officeDocument/2006/relationships/customXml" Target="../ink/ink87.xml"/><Relationship Id="rId13" Type="http://schemas.openxmlformats.org/officeDocument/2006/relationships/customXml" Target="../ink/ink89.xml"/><Relationship Id="rId18" Type="http://schemas.openxmlformats.org/officeDocument/2006/relationships/image" Target="../media/image19.png"/><Relationship Id="rId39" Type="http://schemas.openxmlformats.org/officeDocument/2006/relationships/customXml" Target="../ink/ink10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g"/><Relationship Id="rId3" Type="http://schemas.openxmlformats.org/officeDocument/2006/relationships/image" Target="../media/image35.png"/><Relationship Id="rId7" Type="http://schemas.openxmlformats.org/officeDocument/2006/relationships/customXml" Target="../ink/ink119.xml"/><Relationship Id="rId2" Type="http://schemas.openxmlformats.org/officeDocument/2006/relationships/customXml" Target="../ink/ink1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8.xml"/><Relationship Id="rId5" Type="http://schemas.openxmlformats.org/officeDocument/2006/relationships/image" Target="../media/image74.png"/><Relationship Id="rId4" Type="http://schemas.openxmlformats.org/officeDocument/2006/relationships/customXml" Target="../ink/ink1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35.png"/><Relationship Id="rId7" Type="http://schemas.openxmlformats.org/officeDocument/2006/relationships/customXml" Target="../ink/ink123.xml"/><Relationship Id="rId2" Type="http://schemas.openxmlformats.org/officeDocument/2006/relationships/customXml" Target="../ink/ink1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.xml"/><Relationship Id="rId5" Type="http://schemas.openxmlformats.org/officeDocument/2006/relationships/image" Target="../media/image74.png"/><Relationship Id="rId4" Type="http://schemas.openxmlformats.org/officeDocument/2006/relationships/customXml" Target="../ink/ink121.xml"/><Relationship Id="rId9" Type="http://schemas.openxmlformats.org/officeDocument/2006/relationships/image" Target="../media/image8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72" Type="http://schemas.openxmlformats.org/officeDocument/2006/relationships/customXml" Target="../ink/ink129.xml"/><Relationship Id="rId3" Type="http://schemas.openxmlformats.org/officeDocument/2006/relationships/image" Target="../media/image97.png"/><Relationship Id="rId68" Type="http://schemas.openxmlformats.org/officeDocument/2006/relationships/image" Target="../media/image102.png"/><Relationship Id="rId7" Type="http://schemas.openxmlformats.org/officeDocument/2006/relationships/customXml" Target="../ink/ink124.xml"/><Relationship Id="rId67" Type="http://schemas.openxmlformats.org/officeDocument/2006/relationships/image" Target="../media/image95.png"/><Relationship Id="rId71" Type="http://schemas.openxmlformats.org/officeDocument/2006/relationships/customXml" Target="../ink/ink128.xml"/><Relationship Id="rId2" Type="http://schemas.openxmlformats.org/officeDocument/2006/relationships/image" Target="../media/image96.png"/><Relationship Id="rId70" Type="http://schemas.openxmlformats.org/officeDocument/2006/relationships/customXml" Target="../ink/ink1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66" Type="http://schemas.openxmlformats.org/officeDocument/2006/relationships/customXml" Target="../ink/ink126.xml"/><Relationship Id="rId5" Type="http://schemas.openxmlformats.org/officeDocument/2006/relationships/image" Target="../media/image99.png"/><Relationship Id="rId65" Type="http://schemas.openxmlformats.org/officeDocument/2006/relationships/image" Target="../media/image94.png"/><Relationship Id="rId4" Type="http://schemas.openxmlformats.org/officeDocument/2006/relationships/image" Target="../media/image98.png"/><Relationship Id="rId9" Type="http://schemas.openxmlformats.org/officeDocument/2006/relationships/customXml" Target="../ink/ink125.xml"/><Relationship Id="rId69" Type="http://schemas.openxmlformats.org/officeDocument/2006/relationships/image" Target="../media/image10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jpg"/><Relationship Id="rId3" Type="http://schemas.openxmlformats.org/officeDocument/2006/relationships/image" Target="../media/image35.png"/><Relationship Id="rId7" Type="http://schemas.openxmlformats.org/officeDocument/2006/relationships/customXml" Target="../ink/ink133.xml"/><Relationship Id="rId2" Type="http://schemas.openxmlformats.org/officeDocument/2006/relationships/customXml" Target="../ink/ink1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2.xml"/><Relationship Id="rId5" Type="http://schemas.openxmlformats.org/officeDocument/2006/relationships/image" Target="../media/image74.png"/><Relationship Id="rId4" Type="http://schemas.openxmlformats.org/officeDocument/2006/relationships/customXml" Target="../ink/ink131.xml"/><Relationship Id="rId9" Type="http://schemas.openxmlformats.org/officeDocument/2006/relationships/image" Target="../media/image10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9B724D-E951-7064-CDF6-08572D6520FF}"/>
              </a:ext>
            </a:extLst>
          </p:cNvPr>
          <p:cNvSpPr txBox="1"/>
          <p:nvPr/>
        </p:nvSpPr>
        <p:spPr>
          <a:xfrm>
            <a:off x="4383864" y="2105561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0" dirty="0"/>
              <a:t>三角比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DBD128-8E70-B09F-B6F5-D804791729C9}"/>
              </a:ext>
            </a:extLst>
          </p:cNvPr>
          <p:cNvSpPr txBox="1"/>
          <p:nvPr/>
        </p:nvSpPr>
        <p:spPr>
          <a:xfrm>
            <a:off x="1525238" y="4313055"/>
            <a:ext cx="94179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角度を考える上での基礎となる三角比に関して解説します。</a:t>
            </a:r>
            <a:br>
              <a:rPr lang="en-US" altLang="ja-JP" dirty="0"/>
            </a:br>
            <a:r>
              <a:rPr lang="ja-JP" altLang="en-US" dirty="0"/>
              <a:t>度は傾きを表すものであり、それを拡張して回転なども考えることとなります。</a:t>
            </a:r>
            <a:br>
              <a:rPr lang="en-US" altLang="ja-JP" dirty="0"/>
            </a:br>
            <a:r>
              <a:rPr lang="ja-JP" altLang="en-US" dirty="0"/>
              <a:t>物体の運動を考える際に</a:t>
            </a:r>
            <a:r>
              <a:rPr lang="en-US" altLang="ja-JP" dirty="0"/>
              <a:t>『</a:t>
            </a:r>
            <a:r>
              <a:rPr lang="ja-JP" altLang="en-US" dirty="0"/>
              <a:t>どれほど傾いているか</a:t>
            </a:r>
            <a:r>
              <a:rPr lang="en-US" altLang="ja-JP" dirty="0"/>
              <a:t>』</a:t>
            </a:r>
          </a:p>
          <a:p>
            <a:pPr algn="ctr"/>
            <a:r>
              <a:rPr lang="ja-JP" altLang="en-US" dirty="0"/>
              <a:t>または</a:t>
            </a:r>
            <a:r>
              <a:rPr lang="en-US" altLang="ja-JP" dirty="0"/>
              <a:t>『</a:t>
            </a:r>
            <a:r>
              <a:rPr lang="ja-JP" altLang="en-US" dirty="0"/>
              <a:t>どのように回転しているか</a:t>
            </a:r>
            <a:r>
              <a:rPr lang="en-US" altLang="ja-JP" dirty="0"/>
              <a:t>』</a:t>
            </a:r>
            <a:r>
              <a:rPr lang="ja-JP" altLang="en-US" dirty="0"/>
              <a:t>というのは絶対に必要です。</a:t>
            </a:r>
            <a:endParaRPr lang="en-US" altLang="ja-JP" dirty="0"/>
          </a:p>
          <a:p>
            <a:pPr algn="ctr"/>
            <a:r>
              <a:rPr lang="ja-JP" altLang="en-US" dirty="0"/>
              <a:t>このあたりから躓いてしまう学生が増えますが、大事な部分なので必ず理解しましょう。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218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32">
            <a:extLst>
              <a:ext uri="{FF2B5EF4-FFF2-40B4-BE49-F238E27FC236}">
                <a16:creationId xmlns:a16="http://schemas.microsoft.com/office/drawing/2014/main" id="{C98F3DF0-E9D0-8099-6485-2F46AD019545}"/>
              </a:ext>
            </a:extLst>
          </p:cNvPr>
          <p:cNvGrpSpPr/>
          <p:nvPr/>
        </p:nvGrpSpPr>
        <p:grpSpPr>
          <a:xfrm>
            <a:off x="701541" y="3429000"/>
            <a:ext cx="4534677" cy="2471840"/>
            <a:chOff x="591299" y="1260603"/>
            <a:chExt cx="3049905" cy="1134110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129C155-BB02-945D-ACBF-AC7EB6243890}"/>
                </a:ext>
              </a:extLst>
            </p:cNvPr>
            <p:cNvSpPr/>
            <p:nvPr/>
          </p:nvSpPr>
          <p:spPr>
            <a:xfrm>
              <a:off x="1437131" y="1738886"/>
              <a:ext cx="736600" cy="100965"/>
            </a:xfrm>
            <a:custGeom>
              <a:avLst/>
              <a:gdLst/>
              <a:ahLst/>
              <a:cxnLst/>
              <a:rect l="l" t="t" r="r" b="b"/>
              <a:pathLst>
                <a:path w="736600" h="100964">
                  <a:moveTo>
                    <a:pt x="684276" y="100584"/>
                  </a:moveTo>
                  <a:lnTo>
                    <a:pt x="684276" y="74676"/>
                  </a:lnTo>
                  <a:lnTo>
                    <a:pt x="0" y="74676"/>
                  </a:lnTo>
                  <a:lnTo>
                    <a:pt x="0" y="24384"/>
                  </a:lnTo>
                  <a:lnTo>
                    <a:pt x="684276" y="24384"/>
                  </a:lnTo>
                  <a:lnTo>
                    <a:pt x="684276" y="0"/>
                  </a:lnTo>
                  <a:lnTo>
                    <a:pt x="736092" y="50292"/>
                  </a:lnTo>
                  <a:lnTo>
                    <a:pt x="684276" y="10058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813A2DEC-15CB-C9A6-6E44-E9361B3C7290}"/>
                </a:ext>
              </a:extLst>
            </p:cNvPr>
            <p:cNvSpPr/>
            <p:nvPr/>
          </p:nvSpPr>
          <p:spPr>
            <a:xfrm>
              <a:off x="591299" y="1260603"/>
              <a:ext cx="3049905" cy="1134110"/>
            </a:xfrm>
            <a:custGeom>
              <a:avLst/>
              <a:gdLst/>
              <a:ahLst/>
              <a:cxnLst/>
              <a:rect l="l" t="t" r="r" b="b"/>
              <a:pathLst>
                <a:path w="3049904" h="1134110">
                  <a:moveTo>
                    <a:pt x="1588020" y="528586"/>
                  </a:moveTo>
                  <a:lnTo>
                    <a:pt x="1574304" y="514870"/>
                  </a:lnTo>
                  <a:lnTo>
                    <a:pt x="1574304" y="528586"/>
                  </a:lnTo>
                  <a:lnTo>
                    <a:pt x="1536204" y="568210"/>
                  </a:lnTo>
                  <a:lnTo>
                    <a:pt x="1536204" y="548398"/>
                  </a:lnTo>
                  <a:lnTo>
                    <a:pt x="850404" y="548398"/>
                  </a:lnTo>
                  <a:lnTo>
                    <a:pt x="850404" y="507250"/>
                  </a:lnTo>
                  <a:lnTo>
                    <a:pt x="1536204" y="507250"/>
                  </a:lnTo>
                  <a:lnTo>
                    <a:pt x="1536204" y="502666"/>
                  </a:lnTo>
                  <a:lnTo>
                    <a:pt x="1536204" y="488950"/>
                  </a:lnTo>
                  <a:lnTo>
                    <a:pt x="1574304" y="528586"/>
                  </a:lnTo>
                  <a:lnTo>
                    <a:pt x="1574304" y="514870"/>
                  </a:lnTo>
                  <a:lnTo>
                    <a:pt x="1548396" y="488950"/>
                  </a:lnTo>
                  <a:lnTo>
                    <a:pt x="1525536" y="466090"/>
                  </a:lnTo>
                  <a:lnTo>
                    <a:pt x="1525536" y="498094"/>
                  </a:lnTo>
                  <a:lnTo>
                    <a:pt x="845832" y="498094"/>
                  </a:lnTo>
                  <a:lnTo>
                    <a:pt x="839724" y="498094"/>
                  </a:lnTo>
                  <a:lnTo>
                    <a:pt x="839724" y="559066"/>
                  </a:lnTo>
                  <a:lnTo>
                    <a:pt x="1525536" y="559066"/>
                  </a:lnTo>
                  <a:lnTo>
                    <a:pt x="1525536" y="591070"/>
                  </a:lnTo>
                  <a:lnTo>
                    <a:pt x="1548396" y="568210"/>
                  </a:lnTo>
                  <a:lnTo>
                    <a:pt x="1588020" y="528586"/>
                  </a:lnTo>
                  <a:close/>
                </a:path>
                <a:path w="3049904" h="1134110">
                  <a:moveTo>
                    <a:pt x="3049536" y="0"/>
                  </a:moveTo>
                  <a:lnTo>
                    <a:pt x="3040392" y="0"/>
                  </a:lnTo>
                  <a:lnTo>
                    <a:pt x="3040392" y="8890"/>
                  </a:lnTo>
                  <a:lnTo>
                    <a:pt x="3040392" y="1123950"/>
                  </a:lnTo>
                  <a:lnTo>
                    <a:pt x="9156" y="1123950"/>
                  </a:lnTo>
                  <a:lnTo>
                    <a:pt x="9156" y="1124458"/>
                  </a:lnTo>
                  <a:lnTo>
                    <a:pt x="4584" y="1124458"/>
                  </a:lnTo>
                  <a:lnTo>
                    <a:pt x="4584" y="1123950"/>
                  </a:lnTo>
                  <a:lnTo>
                    <a:pt x="9156" y="1123950"/>
                  </a:lnTo>
                  <a:lnTo>
                    <a:pt x="9156" y="8890"/>
                  </a:lnTo>
                  <a:lnTo>
                    <a:pt x="3040392" y="8890"/>
                  </a:lnTo>
                  <a:lnTo>
                    <a:pt x="304039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123950"/>
                  </a:lnTo>
                  <a:lnTo>
                    <a:pt x="0" y="1129030"/>
                  </a:lnTo>
                  <a:lnTo>
                    <a:pt x="0" y="1134110"/>
                  </a:lnTo>
                  <a:lnTo>
                    <a:pt x="3049536" y="1134110"/>
                  </a:lnTo>
                  <a:lnTo>
                    <a:pt x="3049536" y="1129030"/>
                  </a:lnTo>
                  <a:lnTo>
                    <a:pt x="3049536" y="1123950"/>
                  </a:lnTo>
                  <a:lnTo>
                    <a:pt x="3049536" y="8890"/>
                  </a:lnTo>
                  <a:lnTo>
                    <a:pt x="3049536" y="0"/>
                  </a:lnTo>
                  <a:close/>
                </a:path>
              </a:pathLst>
            </a:custGeom>
            <a:solidFill>
              <a:srgbClr val="162B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73EE8BB4-C73E-AAC4-D2C7-5A693567F1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6400" y="1891286"/>
              <a:ext cx="242316" cy="112776"/>
            </a:xfrm>
            <a:prstGeom prst="rect">
              <a:avLst/>
            </a:prstGeom>
          </p:spPr>
        </p:pic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863F6FAE-FDA2-6511-3C21-FB842F4F8734}"/>
              </a:ext>
            </a:extLst>
          </p:cNvPr>
          <p:cNvSpPr/>
          <p:nvPr/>
        </p:nvSpPr>
        <p:spPr>
          <a:xfrm>
            <a:off x="1145847" y="4258235"/>
            <a:ext cx="516008" cy="793870"/>
          </a:xfrm>
          <a:custGeom>
            <a:avLst/>
            <a:gdLst/>
            <a:ahLst/>
            <a:cxnLst/>
            <a:rect l="l" t="t" r="r" b="b"/>
            <a:pathLst>
              <a:path w="306705" h="408939">
                <a:moveTo>
                  <a:pt x="306324" y="408432"/>
                </a:moveTo>
                <a:lnTo>
                  <a:pt x="0" y="408432"/>
                </a:lnTo>
                <a:lnTo>
                  <a:pt x="0" y="0"/>
                </a:lnTo>
                <a:lnTo>
                  <a:pt x="21717" y="28956"/>
                </a:lnTo>
                <a:lnTo>
                  <a:pt x="9144" y="28956"/>
                </a:lnTo>
                <a:lnTo>
                  <a:pt x="9144" y="399288"/>
                </a:lnTo>
                <a:lnTo>
                  <a:pt x="4572" y="399288"/>
                </a:lnTo>
                <a:lnTo>
                  <a:pt x="4572" y="403860"/>
                </a:lnTo>
                <a:lnTo>
                  <a:pt x="302895" y="403860"/>
                </a:lnTo>
                <a:lnTo>
                  <a:pt x="306324" y="408432"/>
                </a:lnTo>
                <a:close/>
              </a:path>
              <a:path w="306705" h="408939">
                <a:moveTo>
                  <a:pt x="302895" y="403860"/>
                </a:moveTo>
                <a:lnTo>
                  <a:pt x="9144" y="403860"/>
                </a:lnTo>
                <a:lnTo>
                  <a:pt x="9144" y="399288"/>
                </a:lnTo>
                <a:lnTo>
                  <a:pt x="288036" y="399288"/>
                </a:lnTo>
                <a:lnTo>
                  <a:pt x="9144" y="28956"/>
                </a:lnTo>
                <a:lnTo>
                  <a:pt x="21717" y="28956"/>
                </a:lnTo>
                <a:lnTo>
                  <a:pt x="302895" y="403860"/>
                </a:lnTo>
                <a:close/>
              </a:path>
              <a:path w="306705" h="408939">
                <a:moveTo>
                  <a:pt x="9144" y="403860"/>
                </a:moveTo>
                <a:lnTo>
                  <a:pt x="4572" y="403860"/>
                </a:lnTo>
                <a:lnTo>
                  <a:pt x="4572" y="399288"/>
                </a:lnTo>
                <a:lnTo>
                  <a:pt x="9144" y="399288"/>
                </a:lnTo>
                <a:lnTo>
                  <a:pt x="9144" y="403860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D3A1510-AE4E-E5C4-B517-7349ABFAEC2F}"/>
              </a:ext>
            </a:extLst>
          </p:cNvPr>
          <p:cNvSpPr/>
          <p:nvPr/>
        </p:nvSpPr>
        <p:spPr>
          <a:xfrm>
            <a:off x="3666233" y="3761613"/>
            <a:ext cx="1019433" cy="1567053"/>
          </a:xfrm>
          <a:custGeom>
            <a:avLst/>
            <a:gdLst/>
            <a:ahLst/>
            <a:cxnLst/>
            <a:rect l="l" t="t" r="r" b="b"/>
            <a:pathLst>
              <a:path w="629919" h="809625">
                <a:moveTo>
                  <a:pt x="629412" y="809244"/>
                </a:moveTo>
                <a:lnTo>
                  <a:pt x="0" y="809244"/>
                </a:lnTo>
                <a:lnTo>
                  <a:pt x="0" y="0"/>
                </a:lnTo>
                <a:lnTo>
                  <a:pt x="21336" y="27432"/>
                </a:lnTo>
                <a:lnTo>
                  <a:pt x="10668" y="27432"/>
                </a:lnTo>
                <a:lnTo>
                  <a:pt x="10668" y="800100"/>
                </a:lnTo>
                <a:lnTo>
                  <a:pt x="6096" y="800100"/>
                </a:lnTo>
                <a:lnTo>
                  <a:pt x="6096" y="804672"/>
                </a:lnTo>
                <a:lnTo>
                  <a:pt x="625856" y="804672"/>
                </a:lnTo>
                <a:lnTo>
                  <a:pt x="629412" y="809244"/>
                </a:lnTo>
                <a:close/>
              </a:path>
              <a:path w="629919" h="809625">
                <a:moveTo>
                  <a:pt x="625856" y="804672"/>
                </a:moveTo>
                <a:lnTo>
                  <a:pt x="10668" y="804672"/>
                </a:lnTo>
                <a:lnTo>
                  <a:pt x="10668" y="800100"/>
                </a:lnTo>
                <a:lnTo>
                  <a:pt x="609600" y="800100"/>
                </a:lnTo>
                <a:lnTo>
                  <a:pt x="10668" y="27432"/>
                </a:lnTo>
                <a:lnTo>
                  <a:pt x="21336" y="27432"/>
                </a:lnTo>
                <a:lnTo>
                  <a:pt x="625856" y="804672"/>
                </a:lnTo>
                <a:close/>
              </a:path>
              <a:path w="629919" h="809625">
                <a:moveTo>
                  <a:pt x="10668" y="804672"/>
                </a:moveTo>
                <a:lnTo>
                  <a:pt x="6096" y="804672"/>
                </a:lnTo>
                <a:lnTo>
                  <a:pt x="6096" y="800100"/>
                </a:lnTo>
                <a:lnTo>
                  <a:pt x="10668" y="800100"/>
                </a:lnTo>
                <a:lnTo>
                  <a:pt x="10668" y="804672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E334E104-D738-122F-ADCD-8BFC4C00A8E4}"/>
              </a:ext>
            </a:extLst>
          </p:cNvPr>
          <p:cNvSpPr/>
          <p:nvPr/>
        </p:nvSpPr>
        <p:spPr>
          <a:xfrm>
            <a:off x="6736989" y="3628766"/>
            <a:ext cx="1283061" cy="1832748"/>
          </a:xfrm>
          <a:custGeom>
            <a:avLst/>
            <a:gdLst/>
            <a:ahLst/>
            <a:cxnLst/>
            <a:rect l="l" t="t" r="r" b="b"/>
            <a:pathLst>
              <a:path w="628015" h="810895">
                <a:moveTo>
                  <a:pt x="627888" y="810768"/>
                </a:moveTo>
                <a:lnTo>
                  <a:pt x="0" y="810768"/>
                </a:lnTo>
                <a:lnTo>
                  <a:pt x="0" y="0"/>
                </a:lnTo>
                <a:lnTo>
                  <a:pt x="21244" y="27432"/>
                </a:lnTo>
                <a:lnTo>
                  <a:pt x="9144" y="27432"/>
                </a:lnTo>
                <a:lnTo>
                  <a:pt x="9144" y="801624"/>
                </a:lnTo>
                <a:lnTo>
                  <a:pt x="4572" y="801624"/>
                </a:lnTo>
                <a:lnTo>
                  <a:pt x="4572" y="806196"/>
                </a:lnTo>
                <a:lnTo>
                  <a:pt x="624347" y="806196"/>
                </a:lnTo>
                <a:lnTo>
                  <a:pt x="627888" y="810768"/>
                </a:lnTo>
                <a:close/>
              </a:path>
              <a:path w="628015" h="810895">
                <a:moveTo>
                  <a:pt x="624347" y="806196"/>
                </a:moveTo>
                <a:lnTo>
                  <a:pt x="9144" y="806196"/>
                </a:lnTo>
                <a:lnTo>
                  <a:pt x="9144" y="801624"/>
                </a:lnTo>
                <a:lnTo>
                  <a:pt x="609600" y="801624"/>
                </a:lnTo>
                <a:lnTo>
                  <a:pt x="9144" y="27432"/>
                </a:lnTo>
                <a:lnTo>
                  <a:pt x="21244" y="27432"/>
                </a:lnTo>
                <a:lnTo>
                  <a:pt x="624347" y="806196"/>
                </a:lnTo>
                <a:close/>
              </a:path>
              <a:path w="628015" h="810895">
                <a:moveTo>
                  <a:pt x="9144" y="806196"/>
                </a:moveTo>
                <a:lnTo>
                  <a:pt x="4572" y="806196"/>
                </a:lnTo>
                <a:lnTo>
                  <a:pt x="4572" y="801624"/>
                </a:lnTo>
                <a:lnTo>
                  <a:pt x="9144" y="801624"/>
                </a:lnTo>
                <a:lnTo>
                  <a:pt x="9144" y="806196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FD254165-F1F6-D627-6983-347D0129DF8B}"/>
              </a:ext>
            </a:extLst>
          </p:cNvPr>
          <p:cNvSpPr txBox="1"/>
          <p:nvPr/>
        </p:nvSpPr>
        <p:spPr>
          <a:xfrm>
            <a:off x="419100" y="2667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三角比とは？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2D519949-91D0-D04E-914B-49D1EF460192}"/>
              </a:ext>
            </a:extLst>
          </p:cNvPr>
          <p:cNvSpPr txBox="1"/>
          <p:nvPr/>
        </p:nvSpPr>
        <p:spPr>
          <a:xfrm>
            <a:off x="544473" y="1106148"/>
            <a:ext cx="5391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三角比とは三角形の</a:t>
            </a:r>
            <a:r>
              <a:rPr kumimoji="1" lang="ja-JP" altLang="en-US" sz="2800" b="1" u="sng" dirty="0">
                <a:solidFill>
                  <a:srgbClr val="FF0000"/>
                </a:solidFill>
              </a:rPr>
              <a:t>比</a:t>
            </a:r>
            <a:r>
              <a:rPr kumimoji="1" lang="ja-JP" altLang="en-US" dirty="0"/>
              <a:t>に関する事の総称である。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57634256-C16A-A721-6D7D-824AA2D9527A}"/>
              </a:ext>
            </a:extLst>
          </p:cNvPr>
          <p:cNvSpPr txBox="1"/>
          <p:nvPr/>
        </p:nvSpPr>
        <p:spPr>
          <a:xfrm>
            <a:off x="544473" y="169148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三角形において、全ての角度が同じならば、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AE371A4-3A62-7D50-D284-3335BE459842}"/>
              </a:ext>
            </a:extLst>
          </p:cNvPr>
          <p:cNvSpPr txBox="1"/>
          <p:nvPr/>
        </p:nvSpPr>
        <p:spPr>
          <a:xfrm>
            <a:off x="544473" y="2520057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solidFill>
                  <a:srgbClr val="FF0000"/>
                </a:solidFill>
              </a:rPr>
              <a:t>どんな大きさでも辺の比は等しい。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C6645F12-AD96-8C46-531F-E7E9A1CE8552}"/>
              </a:ext>
            </a:extLst>
          </p:cNvPr>
          <p:cNvSpPr txBox="1"/>
          <p:nvPr/>
        </p:nvSpPr>
        <p:spPr>
          <a:xfrm>
            <a:off x="6223000" y="1149350"/>
            <a:ext cx="52116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仮に</a:t>
            </a:r>
            <a:r>
              <a:rPr kumimoji="1" lang="en-US" altLang="ja-JP" dirty="0"/>
              <a:t>1:2:3</a:t>
            </a:r>
            <a:r>
              <a:rPr kumimoji="1" lang="ja-JP" altLang="en-US" dirty="0"/>
              <a:t>の比率の三角形があれば、</a:t>
            </a:r>
            <a:endParaRPr kumimoji="1" lang="en-US" altLang="ja-JP" dirty="0"/>
          </a:p>
          <a:p>
            <a:r>
              <a:rPr lang="ja-JP" altLang="en-US" dirty="0"/>
              <a:t>何倍にしようと比率は</a:t>
            </a:r>
            <a:r>
              <a:rPr lang="en-US" altLang="ja-JP" dirty="0"/>
              <a:t>1:2:3</a:t>
            </a:r>
            <a:r>
              <a:rPr lang="ja-JP" altLang="en-US" dirty="0"/>
              <a:t>のままである。</a:t>
            </a:r>
            <a:endParaRPr lang="en-US" altLang="ja-JP" dirty="0"/>
          </a:p>
          <a:p>
            <a:r>
              <a:rPr kumimoji="1" lang="en-US" altLang="ja-JP" b="1" dirty="0"/>
              <a:t>(※</a:t>
            </a:r>
            <a:r>
              <a:rPr kumimoji="1" lang="ja-JP" altLang="en-US" b="1" dirty="0"/>
              <a:t>これは三角形に限らず全ての図形で成り立つ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AA04A0C6-BAA5-BDCC-20A0-2379B2D23B11}"/>
              </a:ext>
            </a:extLst>
          </p:cNvPr>
          <p:cNvSpPr txBox="1"/>
          <p:nvPr/>
        </p:nvSpPr>
        <p:spPr>
          <a:xfrm>
            <a:off x="6222999" y="2196892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比率は同じなので、どこかの辺の長さが分かれば</a:t>
            </a:r>
            <a:endParaRPr kumimoji="1" lang="en-US" altLang="ja-JP" dirty="0"/>
          </a:p>
          <a:p>
            <a:r>
              <a:rPr lang="ja-JP" altLang="en-US" dirty="0"/>
              <a:t>残りの辺の長さも求められる。</a:t>
            </a:r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EBDB20EC-62AB-7488-5EE0-2E68E2565A3C}"/>
              </a:ext>
            </a:extLst>
          </p:cNvPr>
          <p:cNvSpPr txBox="1"/>
          <p:nvPr/>
        </p:nvSpPr>
        <p:spPr>
          <a:xfrm>
            <a:off x="9140997" y="3998997"/>
            <a:ext cx="2571538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800" dirty="0"/>
              <a:t>A</a:t>
            </a:r>
            <a:r>
              <a:rPr kumimoji="1" lang="ja-JP" altLang="en-US" sz="2800" dirty="0"/>
              <a:t>が６とすれば</a:t>
            </a:r>
            <a:endParaRPr kumimoji="1" lang="en-US" altLang="ja-JP" sz="2800" dirty="0"/>
          </a:p>
          <a:p>
            <a:r>
              <a:rPr lang="en-US" altLang="ja-JP" sz="2800" dirty="0"/>
              <a:t>B=</a:t>
            </a:r>
            <a:r>
              <a:rPr lang="ja-JP" altLang="en-US" sz="2800" dirty="0"/>
              <a:t>９</a:t>
            </a:r>
            <a:endParaRPr lang="en-US" altLang="ja-JP" sz="2800" dirty="0"/>
          </a:p>
          <a:p>
            <a:r>
              <a:rPr kumimoji="1" lang="en-US" altLang="ja-JP" sz="2800" dirty="0"/>
              <a:t>C=</a:t>
            </a:r>
            <a:r>
              <a:rPr kumimoji="1" lang="ja-JP" altLang="en-US" sz="2800" dirty="0"/>
              <a:t>３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B3C0411-01BE-3ACB-55C0-C3C14791EAC0}"/>
              </a:ext>
            </a:extLst>
          </p:cNvPr>
          <p:cNvSpPr txBox="1"/>
          <p:nvPr/>
        </p:nvSpPr>
        <p:spPr>
          <a:xfrm>
            <a:off x="1162451" y="5049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74DCEEA-45A3-9F48-E221-0F404A65CDD8}"/>
              </a:ext>
            </a:extLst>
          </p:cNvPr>
          <p:cNvSpPr txBox="1"/>
          <p:nvPr/>
        </p:nvSpPr>
        <p:spPr>
          <a:xfrm>
            <a:off x="765919" y="45716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7D90E08A-3946-5715-4615-1C8EBB64EA58}"/>
              </a:ext>
            </a:extLst>
          </p:cNvPr>
          <p:cNvSpPr txBox="1"/>
          <p:nvPr/>
        </p:nvSpPr>
        <p:spPr>
          <a:xfrm>
            <a:off x="1403851" y="444121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7015368C-ABF5-9EB0-C413-45B20553773D}"/>
              </a:ext>
            </a:extLst>
          </p:cNvPr>
          <p:cNvSpPr txBox="1"/>
          <p:nvPr/>
        </p:nvSpPr>
        <p:spPr>
          <a:xfrm>
            <a:off x="3937401" y="53920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A8DC4E97-A1C7-391E-77BE-80F521D62551}"/>
              </a:ext>
            </a:extLst>
          </p:cNvPr>
          <p:cNvSpPr txBox="1"/>
          <p:nvPr/>
        </p:nvSpPr>
        <p:spPr>
          <a:xfrm>
            <a:off x="3250735" y="45242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F5BA3463-7C1B-511B-C00D-77446C0E6A8A}"/>
              </a:ext>
            </a:extLst>
          </p:cNvPr>
          <p:cNvSpPr txBox="1"/>
          <p:nvPr/>
        </p:nvSpPr>
        <p:spPr>
          <a:xfrm>
            <a:off x="4254608" y="44802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A21F73A5-CDF4-92FF-4CDE-7C5F4C2DA96A}"/>
              </a:ext>
            </a:extLst>
          </p:cNvPr>
          <p:cNvSpPr txBox="1"/>
          <p:nvPr/>
        </p:nvSpPr>
        <p:spPr>
          <a:xfrm>
            <a:off x="7586083" y="4556144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B: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D758FA4-0301-3184-40A9-3363F6E1F45C}"/>
              </a:ext>
            </a:extLst>
          </p:cNvPr>
          <p:cNvSpPr txBox="1"/>
          <p:nvPr/>
        </p:nvSpPr>
        <p:spPr>
          <a:xfrm>
            <a:off x="6966236" y="553150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C:</a:t>
            </a:r>
            <a:r>
              <a:rPr kumimoji="1" lang="ja-JP" altLang="en-US" dirty="0"/>
              <a:t>①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A0554A4-1FB2-0657-6CA7-38F870C47A24}"/>
              </a:ext>
            </a:extLst>
          </p:cNvPr>
          <p:cNvSpPr txBox="1"/>
          <p:nvPr/>
        </p:nvSpPr>
        <p:spPr>
          <a:xfrm>
            <a:off x="6096000" y="455716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A: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F94F9F-B1F1-FFD5-E391-2A8C11C8FCE2}"/>
              </a:ext>
            </a:extLst>
          </p:cNvPr>
          <p:cNvSpPr txBox="1"/>
          <p:nvPr/>
        </p:nvSpPr>
        <p:spPr>
          <a:xfrm>
            <a:off x="2275716" y="5716174"/>
            <a:ext cx="13388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比率は同じ</a:t>
            </a:r>
          </a:p>
        </p:txBody>
      </p:sp>
    </p:spTree>
    <p:extLst>
      <p:ext uri="{BB962C8B-B14F-4D97-AF65-F5344CB8AC3E}">
        <p14:creationId xmlns:p14="http://schemas.microsoft.com/office/powerpoint/2010/main" val="272408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2F7BDA2-3806-77D5-6522-E7B371314359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直角三角形の比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E2EB477-6143-6332-1FD5-CCA3CC462A53}"/>
              </a:ext>
            </a:extLst>
          </p:cNvPr>
          <p:cNvSpPr txBox="1"/>
          <p:nvPr/>
        </p:nvSpPr>
        <p:spPr>
          <a:xfrm>
            <a:off x="473704" y="1060795"/>
            <a:ext cx="44935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直角三角形の場合は、</a:t>
            </a:r>
            <a:endParaRPr kumimoji="1" lang="en-US" altLang="ja-JP" dirty="0"/>
          </a:p>
          <a:p>
            <a:r>
              <a:rPr lang="ja-JP" altLang="en-US" dirty="0"/>
              <a:t>三角形の角度の合計は</a:t>
            </a:r>
            <a:r>
              <a:rPr lang="en-US" altLang="ja-JP" dirty="0"/>
              <a:t>180</a:t>
            </a:r>
            <a:r>
              <a:rPr lang="ja-JP" altLang="en-US" dirty="0"/>
              <a:t>度であるので、</a:t>
            </a:r>
            <a:endParaRPr kumimoji="1" lang="en-US" altLang="ja-JP" dirty="0"/>
          </a:p>
          <a:p>
            <a:r>
              <a:rPr kumimoji="1" lang="en-US" altLang="ja-JP" b="1" dirty="0"/>
              <a:t>90</a:t>
            </a:r>
            <a:r>
              <a:rPr kumimoji="1" lang="ja-JP" altLang="en-US" b="1" dirty="0"/>
              <a:t>度以外の角が一つでも分かれば</a:t>
            </a:r>
            <a:endParaRPr kumimoji="1" lang="en-US" altLang="ja-JP" b="1" dirty="0"/>
          </a:p>
          <a:p>
            <a:r>
              <a:rPr lang="ja-JP" altLang="en-US" b="1" dirty="0"/>
              <a:t>すべての角度がわかり、</a:t>
            </a:r>
            <a:endParaRPr kumimoji="1" lang="en-US" altLang="ja-JP" b="1" dirty="0"/>
          </a:p>
          <a:p>
            <a:r>
              <a:rPr kumimoji="1" lang="ja-JP" altLang="en-US" b="1" dirty="0"/>
              <a:t>全ての辺の比率を出せる</a:t>
            </a:r>
            <a:r>
              <a:rPr kumimoji="1" lang="ja-JP" altLang="en-US" dirty="0"/>
              <a:t>。</a:t>
            </a:r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626F7D6C-AC3D-5BAC-C446-1C222EF1AB10}"/>
              </a:ext>
            </a:extLst>
          </p:cNvPr>
          <p:cNvSpPr/>
          <p:nvPr/>
        </p:nvSpPr>
        <p:spPr>
          <a:xfrm>
            <a:off x="1551929" y="2675865"/>
            <a:ext cx="2400300" cy="24003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633E810F-2BB8-C44F-95E3-2B95F9122429}"/>
              </a:ext>
            </a:extLst>
          </p:cNvPr>
          <p:cNvGrpSpPr/>
          <p:nvPr/>
        </p:nvGrpSpPr>
        <p:grpSpPr>
          <a:xfrm>
            <a:off x="1555500" y="3017180"/>
            <a:ext cx="343800" cy="464400"/>
            <a:chOff x="1555500" y="3017180"/>
            <a:chExt cx="34380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F8AF13B6-AAED-BBE6-CDCB-0254AAB2D7BB}"/>
                    </a:ext>
                  </a:extLst>
                </p14:cNvPr>
                <p14:cNvContentPartPr/>
                <p14:nvPr/>
              </p14:nvContentPartPr>
              <p14:xfrm>
                <a:off x="1555500" y="3017180"/>
                <a:ext cx="343800" cy="14076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F8AF13B6-AAED-BBE6-CDCB-0254AAB2D7B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49380" y="3011060"/>
                  <a:ext cx="356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089B02FB-958F-B398-0581-93C9C8908949}"/>
                    </a:ext>
                  </a:extLst>
                </p14:cNvPr>
                <p14:cNvContentPartPr/>
                <p14:nvPr/>
              </p14:nvContentPartPr>
              <p14:xfrm>
                <a:off x="1689060" y="3219500"/>
                <a:ext cx="95400" cy="25992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089B02FB-958F-B398-0581-93C9C89089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2940" y="3213380"/>
                  <a:ext cx="107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91E448E1-660C-6620-02F8-32D618D2E63D}"/>
                    </a:ext>
                  </a:extLst>
                </p14:cNvPr>
                <p14:cNvContentPartPr/>
                <p14:nvPr/>
              </p14:nvContentPartPr>
              <p14:xfrm>
                <a:off x="1777980" y="3263780"/>
                <a:ext cx="102600" cy="217800"/>
              </p14:xfrm>
            </p:contentPart>
          </mc:Choice>
          <mc:Fallback xmlns=""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91E448E1-660C-6620-02F8-32D618D2E6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1860" y="3257660"/>
                  <a:ext cx="114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5FF53233-9B4E-D919-F3E3-D2B41E6A1D3D}"/>
                    </a:ext>
                  </a:extLst>
                </p14:cNvPr>
                <p14:cNvContentPartPr/>
                <p14:nvPr/>
              </p14:nvContentPartPr>
              <p14:xfrm>
                <a:off x="1739820" y="3378260"/>
                <a:ext cx="69840" cy="1296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5FF53233-9B4E-D919-F3E3-D2B41E6A1D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33700" y="3372140"/>
                  <a:ext cx="8208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F1C6BF8B-BC19-222B-9885-40A3D03BB92A}"/>
                  </a:ext>
                </a:extLst>
              </p14:cNvPr>
              <p14:cNvContentPartPr/>
              <p14:nvPr/>
            </p14:nvContentPartPr>
            <p14:xfrm>
              <a:off x="3491940" y="4711700"/>
              <a:ext cx="57960" cy="36036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F1C6BF8B-BC19-222B-9885-40A3D03BB9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85820" y="4705580"/>
                <a:ext cx="70200" cy="37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45874791-C817-5046-35D4-CEEC138259C5}"/>
              </a:ext>
            </a:extLst>
          </p:cNvPr>
          <p:cNvGrpSpPr/>
          <p:nvPr/>
        </p:nvGrpSpPr>
        <p:grpSpPr>
          <a:xfrm>
            <a:off x="3219420" y="4685780"/>
            <a:ext cx="103320" cy="280440"/>
            <a:chOff x="3219420" y="4685780"/>
            <a:chExt cx="10332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2" name="インク 31">
                  <a:extLst>
                    <a:ext uri="{FF2B5EF4-FFF2-40B4-BE49-F238E27FC236}">
                      <a16:creationId xmlns:a16="http://schemas.microsoft.com/office/drawing/2014/main" id="{8CBD086E-7D2D-2451-30DA-30317E4882A0}"/>
                    </a:ext>
                  </a:extLst>
                </p14:cNvPr>
                <p14:cNvContentPartPr/>
                <p14:nvPr/>
              </p14:nvContentPartPr>
              <p14:xfrm>
                <a:off x="3219420" y="4685780"/>
                <a:ext cx="103320" cy="280440"/>
              </p14:xfrm>
            </p:contentPart>
          </mc:Choice>
          <mc:Fallback xmlns="">
            <p:pic>
              <p:nvPicPr>
                <p:cNvPr id="32" name="インク 31">
                  <a:extLst>
                    <a:ext uri="{FF2B5EF4-FFF2-40B4-BE49-F238E27FC236}">
                      <a16:creationId xmlns:a16="http://schemas.microsoft.com/office/drawing/2014/main" id="{8CBD086E-7D2D-2451-30DA-30317E4882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13300" y="4679660"/>
                  <a:ext cx="115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3" name="インク 32">
                  <a:extLst>
                    <a:ext uri="{FF2B5EF4-FFF2-40B4-BE49-F238E27FC236}">
                      <a16:creationId xmlns:a16="http://schemas.microsoft.com/office/drawing/2014/main" id="{8885FE9E-27CB-ED5E-611D-C2EDF8917041}"/>
                    </a:ext>
                  </a:extLst>
                </p14:cNvPr>
                <p14:cNvContentPartPr/>
                <p14:nvPr/>
              </p14:nvContentPartPr>
              <p14:xfrm>
                <a:off x="3225540" y="4736900"/>
                <a:ext cx="32760" cy="209520"/>
              </p14:xfrm>
            </p:contentPart>
          </mc:Choice>
          <mc:Fallback xmlns="">
            <p:pic>
              <p:nvPicPr>
                <p:cNvPr id="33" name="インク 32">
                  <a:extLst>
                    <a:ext uri="{FF2B5EF4-FFF2-40B4-BE49-F238E27FC236}">
                      <a16:creationId xmlns:a16="http://schemas.microsoft.com/office/drawing/2014/main" id="{8885FE9E-27CB-ED5E-611D-C2EDF89170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9420" y="4730780"/>
                  <a:ext cx="4500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インク 34">
                <a:extLst>
                  <a:ext uri="{FF2B5EF4-FFF2-40B4-BE49-F238E27FC236}">
                    <a16:creationId xmlns:a16="http://schemas.microsoft.com/office/drawing/2014/main" id="{7EDC151C-6F4B-95C0-58B6-32AEDF02D394}"/>
                  </a:ext>
                </a:extLst>
              </p14:cNvPr>
              <p14:cNvContentPartPr/>
              <p14:nvPr/>
            </p14:nvContentPartPr>
            <p14:xfrm>
              <a:off x="1574580" y="4862900"/>
              <a:ext cx="185040" cy="203760"/>
            </p14:xfrm>
          </p:contentPart>
        </mc:Choice>
        <mc:Fallback xmlns="">
          <p:pic>
            <p:nvPicPr>
              <p:cNvPr id="35" name="インク 34">
                <a:extLst>
                  <a:ext uri="{FF2B5EF4-FFF2-40B4-BE49-F238E27FC236}">
                    <a16:creationId xmlns:a16="http://schemas.microsoft.com/office/drawing/2014/main" id="{7EDC151C-6F4B-95C0-58B6-32AEDF02D3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68460" y="4856780"/>
                <a:ext cx="1972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01CB67A-6BF3-05A6-701D-C473FEE35B6E}"/>
              </a:ext>
            </a:extLst>
          </p:cNvPr>
          <p:cNvSpPr txBox="1"/>
          <p:nvPr/>
        </p:nvSpPr>
        <p:spPr>
          <a:xfrm>
            <a:off x="929101" y="5665945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A=30</a:t>
            </a:r>
            <a:r>
              <a:rPr lang="ja-JP" altLang="en-US" dirty="0"/>
              <a:t>　ならば、　</a:t>
            </a:r>
            <a:r>
              <a:rPr lang="en-US" altLang="ja-JP" dirty="0"/>
              <a:t>B=60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338EE5E-F5E6-ACF5-D73C-96F2BF7FF632}"/>
              </a:ext>
            </a:extLst>
          </p:cNvPr>
          <p:cNvSpPr txBox="1"/>
          <p:nvPr/>
        </p:nvSpPr>
        <p:spPr>
          <a:xfrm>
            <a:off x="5921475" y="92255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頻繁に使う角度を覚え、</a:t>
            </a:r>
            <a:endParaRPr kumimoji="1" lang="en-US" altLang="ja-JP" dirty="0"/>
          </a:p>
          <a:p>
            <a:r>
              <a:rPr lang="ja-JP" altLang="en-US" dirty="0"/>
              <a:t>その数値で計算を行っていく。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D3CA94C-AC21-668A-77F8-08EE026DD3AA}"/>
              </a:ext>
            </a:extLst>
          </p:cNvPr>
          <p:cNvSpPr txBox="1"/>
          <p:nvPr/>
        </p:nvSpPr>
        <p:spPr>
          <a:xfrm>
            <a:off x="5876093" y="151040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これが三角比の基本である。</a:t>
            </a:r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D4109107-0405-9104-EBBA-F02F9FF3FC70}"/>
              </a:ext>
            </a:extLst>
          </p:cNvPr>
          <p:cNvSpPr/>
          <p:nvPr/>
        </p:nvSpPr>
        <p:spPr>
          <a:xfrm flipH="1">
            <a:off x="6281934" y="3453510"/>
            <a:ext cx="2219621" cy="15174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直角三角形 39">
            <a:extLst>
              <a:ext uri="{FF2B5EF4-FFF2-40B4-BE49-F238E27FC236}">
                <a16:creationId xmlns:a16="http://schemas.microsoft.com/office/drawing/2014/main" id="{203FDBF1-DE1D-E467-D110-5E76EBC923B1}"/>
              </a:ext>
            </a:extLst>
          </p:cNvPr>
          <p:cNvSpPr/>
          <p:nvPr/>
        </p:nvSpPr>
        <p:spPr>
          <a:xfrm flipH="1">
            <a:off x="9131044" y="3263780"/>
            <a:ext cx="1700298" cy="17010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050755B-3A1B-B0A8-ECE5-1E17B9EE22C6}"/>
              </a:ext>
            </a:extLst>
          </p:cNvPr>
          <p:cNvSpPr txBox="1"/>
          <p:nvPr/>
        </p:nvSpPr>
        <p:spPr>
          <a:xfrm>
            <a:off x="8501555" y="41627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5219B0D-967D-076F-5D92-29682DB26C2F}"/>
              </a:ext>
            </a:extLst>
          </p:cNvPr>
          <p:cNvSpPr txBox="1"/>
          <p:nvPr/>
        </p:nvSpPr>
        <p:spPr>
          <a:xfrm>
            <a:off x="6768498" y="40275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51DAB7BD-DB63-B208-C29E-BEC653F9BABD}"/>
                  </a:ext>
                </a:extLst>
              </p:cNvPr>
              <p:cNvSpPr txBox="1"/>
              <p:nvPr/>
            </p:nvSpPr>
            <p:spPr>
              <a:xfrm>
                <a:off x="7288705" y="5102706"/>
                <a:ext cx="530210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ja-JP" altLang="en-US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51DAB7BD-DB63-B208-C29E-BEC653F9B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705" y="5102706"/>
                <a:ext cx="530210" cy="40197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1EAC15E-CAC3-5A21-6923-4DFFDB8B6FBC}"/>
              </a:ext>
            </a:extLst>
          </p:cNvPr>
          <p:cNvSpPr txBox="1"/>
          <p:nvPr/>
        </p:nvSpPr>
        <p:spPr>
          <a:xfrm>
            <a:off x="9854105" y="50483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6B7711B-4E8D-F68E-C82C-E8E1C2551D05}"/>
              </a:ext>
            </a:extLst>
          </p:cNvPr>
          <p:cNvSpPr txBox="1"/>
          <p:nvPr/>
        </p:nvSpPr>
        <p:spPr>
          <a:xfrm>
            <a:off x="10928925" y="41142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EC0E4A6-B2F9-8121-3E0C-C44F0D13E8D3}"/>
                  </a:ext>
                </a:extLst>
              </p:cNvPr>
              <p:cNvSpPr txBox="1"/>
              <p:nvPr/>
            </p:nvSpPr>
            <p:spPr>
              <a:xfrm>
                <a:off x="9450983" y="3838165"/>
                <a:ext cx="530210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ja-JP" altLang="en-US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EC0E4A6-B2F9-8121-3E0C-C44F0D13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983" y="3838165"/>
                <a:ext cx="530210" cy="40197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F326FB9-4A00-2F54-9C85-87381074690D}"/>
              </a:ext>
            </a:extLst>
          </p:cNvPr>
          <p:cNvSpPr/>
          <p:nvPr/>
        </p:nvSpPr>
        <p:spPr>
          <a:xfrm>
            <a:off x="6096000" y="2871045"/>
            <a:ext cx="5346700" cy="2952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E340420-355F-6CAA-2156-1E50A35D5735}"/>
              </a:ext>
            </a:extLst>
          </p:cNvPr>
          <p:cNvSpPr txBox="1"/>
          <p:nvPr/>
        </p:nvSpPr>
        <p:spPr>
          <a:xfrm>
            <a:off x="10831342" y="2647848"/>
            <a:ext cx="8771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b="1" dirty="0"/>
              <a:t>覚えよ</a:t>
            </a:r>
            <a:endParaRPr kumimoji="1" lang="ja-JP" alt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D0E06E3B-C770-8090-A49C-7BE6AFA11648}"/>
                  </a:ext>
                </a:extLst>
              </p14:cNvPr>
              <p14:cNvContentPartPr/>
              <p14:nvPr/>
            </p14:nvContentPartPr>
            <p14:xfrm>
              <a:off x="4527300" y="1466660"/>
              <a:ext cx="360" cy="36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D0E06E3B-C770-8090-A49C-7BE6AFA1164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21180" y="14605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インク 76">
                <a:extLst>
                  <a:ext uri="{FF2B5EF4-FFF2-40B4-BE49-F238E27FC236}">
                    <a16:creationId xmlns:a16="http://schemas.microsoft.com/office/drawing/2014/main" id="{652F86F5-D1BF-5C8B-583E-924D3B7B71F6}"/>
                  </a:ext>
                </a:extLst>
              </p14:cNvPr>
              <p14:cNvContentPartPr/>
              <p14:nvPr/>
            </p14:nvContentPartPr>
            <p14:xfrm>
              <a:off x="8273820" y="4725380"/>
              <a:ext cx="204480" cy="227520"/>
            </p14:xfrm>
          </p:contentPart>
        </mc:Choice>
        <mc:Fallback xmlns="">
          <p:pic>
            <p:nvPicPr>
              <p:cNvPr id="77" name="インク 76">
                <a:extLst>
                  <a:ext uri="{FF2B5EF4-FFF2-40B4-BE49-F238E27FC236}">
                    <a16:creationId xmlns:a16="http://schemas.microsoft.com/office/drawing/2014/main" id="{652F86F5-D1BF-5C8B-583E-924D3B7B71F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67700" y="4719260"/>
                <a:ext cx="216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0" name="インク 79">
                <a:extLst>
                  <a:ext uri="{FF2B5EF4-FFF2-40B4-BE49-F238E27FC236}">
                    <a16:creationId xmlns:a16="http://schemas.microsoft.com/office/drawing/2014/main" id="{AD739BEB-A4FE-EC19-F86D-1F9E1C70B149}"/>
                  </a:ext>
                </a:extLst>
              </p14:cNvPr>
              <p14:cNvContentPartPr/>
              <p14:nvPr/>
            </p14:nvContentPartPr>
            <p14:xfrm>
              <a:off x="10528140" y="4721780"/>
              <a:ext cx="274680" cy="225360"/>
            </p14:xfrm>
          </p:contentPart>
        </mc:Choice>
        <mc:Fallback xmlns="">
          <p:pic>
            <p:nvPicPr>
              <p:cNvPr id="80" name="インク 79">
                <a:extLst>
                  <a:ext uri="{FF2B5EF4-FFF2-40B4-BE49-F238E27FC236}">
                    <a16:creationId xmlns:a16="http://schemas.microsoft.com/office/drawing/2014/main" id="{AD739BEB-A4FE-EC19-F86D-1F9E1C70B1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22020" y="4715660"/>
                <a:ext cx="286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インク 80">
                <a:extLst>
                  <a:ext uri="{FF2B5EF4-FFF2-40B4-BE49-F238E27FC236}">
                    <a16:creationId xmlns:a16="http://schemas.microsoft.com/office/drawing/2014/main" id="{BAEE57E9-8A5B-0EEE-82BD-B45745AA63AF}"/>
                  </a:ext>
                </a:extLst>
              </p14:cNvPr>
              <p14:cNvContentPartPr/>
              <p14:nvPr/>
            </p14:nvContentPartPr>
            <p14:xfrm>
              <a:off x="10559820" y="3593900"/>
              <a:ext cx="260280" cy="146880"/>
            </p14:xfrm>
          </p:contentPart>
        </mc:Choice>
        <mc:Fallback xmlns="">
          <p:pic>
            <p:nvPicPr>
              <p:cNvPr id="81" name="インク 80">
                <a:extLst>
                  <a:ext uri="{FF2B5EF4-FFF2-40B4-BE49-F238E27FC236}">
                    <a16:creationId xmlns:a16="http://schemas.microsoft.com/office/drawing/2014/main" id="{BAEE57E9-8A5B-0EEE-82BD-B45745AA63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53700" y="3587780"/>
                <a:ext cx="27252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2C9E0ED5-C8AD-E194-BB1E-C93A729DDA22}"/>
              </a:ext>
            </a:extLst>
          </p:cNvPr>
          <p:cNvGrpSpPr/>
          <p:nvPr/>
        </p:nvGrpSpPr>
        <p:grpSpPr>
          <a:xfrm>
            <a:off x="10441380" y="3838340"/>
            <a:ext cx="342360" cy="201240"/>
            <a:chOff x="10441380" y="3838340"/>
            <a:chExt cx="3423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4" name="インク 83">
                  <a:extLst>
                    <a:ext uri="{FF2B5EF4-FFF2-40B4-BE49-F238E27FC236}">
                      <a16:creationId xmlns:a16="http://schemas.microsoft.com/office/drawing/2014/main" id="{322AD83F-AAF0-D577-B37E-EA959C8CEE06}"/>
                    </a:ext>
                  </a:extLst>
                </p14:cNvPr>
                <p14:cNvContentPartPr/>
                <p14:nvPr/>
              </p14:nvContentPartPr>
              <p14:xfrm>
                <a:off x="10441380" y="3873620"/>
                <a:ext cx="93600" cy="77760"/>
              </p14:xfrm>
            </p:contentPart>
          </mc:Choice>
          <mc:Fallback xmlns="">
            <p:pic>
              <p:nvPicPr>
                <p:cNvPr id="84" name="インク 83">
                  <a:extLst>
                    <a:ext uri="{FF2B5EF4-FFF2-40B4-BE49-F238E27FC236}">
                      <a16:creationId xmlns:a16="http://schemas.microsoft.com/office/drawing/2014/main" id="{322AD83F-AAF0-D577-B37E-EA959C8CEE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35260" y="3867500"/>
                  <a:ext cx="105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8CB9458D-13A6-C387-2D47-24F57A6E42AA}"/>
                    </a:ext>
                  </a:extLst>
                </p14:cNvPr>
                <p14:cNvContentPartPr/>
                <p14:nvPr/>
              </p14:nvContentPartPr>
              <p14:xfrm>
                <a:off x="10508700" y="3886220"/>
                <a:ext cx="13320" cy="15336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8CB9458D-13A6-C387-2D47-24F57A6E42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02580" y="3880100"/>
                  <a:ext cx="2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3DB8A64C-2693-3AF7-1BC2-DE9461CAA7B6}"/>
                    </a:ext>
                  </a:extLst>
                </p14:cNvPr>
                <p14:cNvContentPartPr/>
                <p14:nvPr/>
              </p14:nvContentPartPr>
              <p14:xfrm>
                <a:off x="10604460" y="3879740"/>
                <a:ext cx="74880" cy="145080"/>
              </p14:xfrm>
            </p:contentPart>
          </mc:Choice>
          <mc:Fallback xmlns=""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3DB8A64C-2693-3AF7-1BC2-DE9461CAA7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98340" y="3873620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E3FC7E88-162A-D867-1E6A-A88090785476}"/>
                    </a:ext>
                  </a:extLst>
                </p14:cNvPr>
                <p14:cNvContentPartPr/>
                <p14:nvPr/>
              </p14:nvContentPartPr>
              <p14:xfrm>
                <a:off x="10629660" y="3892340"/>
                <a:ext cx="30240" cy="684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E3FC7E88-162A-D867-1E6A-A8809078547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23540" y="3886220"/>
                  <a:ext cx="42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7AD7A128-4285-A5B1-91A8-C499E8742B99}"/>
                    </a:ext>
                  </a:extLst>
                </p14:cNvPr>
                <p14:cNvContentPartPr/>
                <p14:nvPr/>
              </p14:nvContentPartPr>
              <p14:xfrm>
                <a:off x="10743780" y="3838340"/>
                <a:ext cx="39960" cy="54360"/>
              </p14:xfrm>
            </p:contentPart>
          </mc:Choice>
          <mc:Fallback xmlns=""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7AD7A128-4285-A5B1-91A8-C499E8742B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37660" y="3832220"/>
                  <a:ext cx="52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1" name="インク 90">
                <a:extLst>
                  <a:ext uri="{FF2B5EF4-FFF2-40B4-BE49-F238E27FC236}">
                    <a16:creationId xmlns:a16="http://schemas.microsoft.com/office/drawing/2014/main" id="{5BA3732B-78EA-B63A-F619-AF439D9743B7}"/>
                  </a:ext>
                </a:extLst>
              </p14:cNvPr>
              <p14:cNvContentPartPr/>
              <p14:nvPr/>
            </p14:nvContentPartPr>
            <p14:xfrm>
              <a:off x="9442380" y="4692620"/>
              <a:ext cx="92880" cy="268920"/>
            </p14:xfrm>
          </p:contentPart>
        </mc:Choice>
        <mc:Fallback xmlns="">
          <p:pic>
            <p:nvPicPr>
              <p:cNvPr id="91" name="インク 90">
                <a:extLst>
                  <a:ext uri="{FF2B5EF4-FFF2-40B4-BE49-F238E27FC236}">
                    <a16:creationId xmlns:a16="http://schemas.microsoft.com/office/drawing/2014/main" id="{5BA3732B-78EA-B63A-F619-AF439D9743B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436260" y="4686500"/>
                <a:ext cx="105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5196411C-4144-150B-E4F6-2FC9FED1E0CC}"/>
              </a:ext>
            </a:extLst>
          </p:cNvPr>
          <p:cNvGrpSpPr/>
          <p:nvPr/>
        </p:nvGrpSpPr>
        <p:grpSpPr>
          <a:xfrm>
            <a:off x="9638580" y="4559780"/>
            <a:ext cx="359640" cy="209160"/>
            <a:chOff x="9638580" y="4559780"/>
            <a:chExt cx="3596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10B54944-DD15-436C-1884-B13864936268}"/>
                    </a:ext>
                  </a:extLst>
                </p14:cNvPr>
                <p14:cNvContentPartPr/>
                <p14:nvPr/>
              </p14:nvContentPartPr>
              <p14:xfrm>
                <a:off x="9638580" y="4622780"/>
                <a:ext cx="147960" cy="7776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10B54944-DD15-436C-1884-B138649362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32460" y="4616660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6DC210EE-679D-A1B7-AC5D-FF2929528E03}"/>
                    </a:ext>
                  </a:extLst>
                </p14:cNvPr>
                <p14:cNvContentPartPr/>
                <p14:nvPr/>
              </p14:nvContentPartPr>
              <p14:xfrm>
                <a:off x="9728220" y="4635380"/>
                <a:ext cx="25560" cy="13356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6DC210EE-679D-A1B7-AC5D-FF2929528E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22100" y="4629260"/>
                  <a:ext cx="37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B3BD7E9D-3C93-2B41-81DE-FA889F2F0100}"/>
                    </a:ext>
                  </a:extLst>
                </p14:cNvPr>
                <p14:cNvContentPartPr/>
                <p14:nvPr/>
              </p14:nvContentPartPr>
              <p14:xfrm>
                <a:off x="9799860" y="4616300"/>
                <a:ext cx="109440" cy="14868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B3BD7E9D-3C93-2B41-81DE-FA889F2F01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93740" y="4610180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1" name="インク 100">
                  <a:extLst>
                    <a:ext uri="{FF2B5EF4-FFF2-40B4-BE49-F238E27FC236}">
                      <a16:creationId xmlns:a16="http://schemas.microsoft.com/office/drawing/2014/main" id="{5FFB92CD-AB74-2748-1D5B-3DBD336AAF83}"/>
                    </a:ext>
                  </a:extLst>
                </p14:cNvPr>
                <p14:cNvContentPartPr/>
                <p14:nvPr/>
              </p14:nvContentPartPr>
              <p14:xfrm>
                <a:off x="9867900" y="4603700"/>
                <a:ext cx="64440" cy="11880"/>
              </p14:xfrm>
            </p:contentPart>
          </mc:Choice>
          <mc:Fallback xmlns="">
            <p:pic>
              <p:nvPicPr>
                <p:cNvPr id="101" name="インク 100">
                  <a:extLst>
                    <a:ext uri="{FF2B5EF4-FFF2-40B4-BE49-F238E27FC236}">
                      <a16:creationId xmlns:a16="http://schemas.microsoft.com/office/drawing/2014/main" id="{5FFB92CD-AB74-2748-1D5B-3DBD336AAF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61780" y="4597580"/>
                  <a:ext cx="76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3" name="インク 102">
                  <a:extLst>
                    <a:ext uri="{FF2B5EF4-FFF2-40B4-BE49-F238E27FC236}">
                      <a16:creationId xmlns:a16="http://schemas.microsoft.com/office/drawing/2014/main" id="{C1C777F1-6F42-37C3-DAB1-C99EF4E3FABF}"/>
                    </a:ext>
                  </a:extLst>
                </p14:cNvPr>
                <p14:cNvContentPartPr/>
                <p14:nvPr/>
              </p14:nvContentPartPr>
              <p14:xfrm>
                <a:off x="9962220" y="4559780"/>
                <a:ext cx="36000" cy="57240"/>
              </p14:xfrm>
            </p:contentPart>
          </mc:Choice>
          <mc:Fallback xmlns="">
            <p:pic>
              <p:nvPicPr>
                <p:cNvPr id="103" name="インク 102">
                  <a:extLst>
                    <a:ext uri="{FF2B5EF4-FFF2-40B4-BE49-F238E27FC236}">
                      <a16:creationId xmlns:a16="http://schemas.microsoft.com/office/drawing/2014/main" id="{C1C777F1-6F42-37C3-DAB1-C99EF4E3FA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56100" y="4553660"/>
                  <a:ext cx="48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1C72E178-8FEC-BBC7-E33C-205E1CDC904C}"/>
              </a:ext>
            </a:extLst>
          </p:cNvPr>
          <p:cNvGrpSpPr/>
          <p:nvPr/>
        </p:nvGrpSpPr>
        <p:grpSpPr>
          <a:xfrm>
            <a:off x="8091300" y="3720980"/>
            <a:ext cx="404280" cy="517680"/>
            <a:chOff x="8091300" y="3720980"/>
            <a:chExt cx="4042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5" name="インク 104">
                  <a:extLst>
                    <a:ext uri="{FF2B5EF4-FFF2-40B4-BE49-F238E27FC236}">
                      <a16:creationId xmlns:a16="http://schemas.microsoft.com/office/drawing/2014/main" id="{B91CC051-702A-18C2-C4BE-C5C08D9D3DF3}"/>
                    </a:ext>
                  </a:extLst>
                </p14:cNvPr>
                <p14:cNvContentPartPr/>
                <p14:nvPr/>
              </p14:nvContentPartPr>
              <p14:xfrm>
                <a:off x="8128020" y="3720980"/>
                <a:ext cx="367560" cy="159480"/>
              </p14:xfrm>
            </p:contentPart>
          </mc:Choice>
          <mc:Fallback xmlns="">
            <p:pic>
              <p:nvPicPr>
                <p:cNvPr id="105" name="インク 104">
                  <a:extLst>
                    <a:ext uri="{FF2B5EF4-FFF2-40B4-BE49-F238E27FC236}">
                      <a16:creationId xmlns:a16="http://schemas.microsoft.com/office/drawing/2014/main" id="{B91CC051-702A-18C2-C4BE-C5C08D9D3D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1900" y="3714860"/>
                  <a:ext cx="37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FFFDEEB7-7241-AFF9-A2C8-EAC5E269E382}"/>
                    </a:ext>
                  </a:extLst>
                </p14:cNvPr>
                <p14:cNvContentPartPr/>
                <p14:nvPr/>
              </p14:nvContentPartPr>
              <p14:xfrm>
                <a:off x="8091300" y="3949580"/>
                <a:ext cx="120240" cy="28908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FFFDEEB7-7241-AFF9-A2C8-EAC5E269E38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85180" y="3943460"/>
                  <a:ext cx="132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174F65F7-7AFA-69DE-72BC-5674B7FF3D25}"/>
                    </a:ext>
                  </a:extLst>
                </p14:cNvPr>
                <p14:cNvContentPartPr/>
                <p14:nvPr/>
              </p14:nvContentPartPr>
              <p14:xfrm>
                <a:off x="8297580" y="4043180"/>
                <a:ext cx="130680" cy="14904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174F65F7-7AFA-69DE-72BC-5674B7FF3D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91460" y="4037060"/>
                  <a:ext cx="14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5F038A17-5CD1-5AFC-FC18-3B99BAF05036}"/>
                    </a:ext>
                  </a:extLst>
                </p14:cNvPr>
                <p14:cNvContentPartPr/>
                <p14:nvPr/>
              </p14:nvContentPartPr>
              <p14:xfrm>
                <a:off x="8399460" y="3936620"/>
                <a:ext cx="47160" cy="6480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5F038A17-5CD1-5AFC-FC18-3B99BAF0503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93340" y="3930500"/>
                  <a:ext cx="59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A6C1AA5E-4E60-4C64-E3A0-50D4E3A9E863}"/>
              </a:ext>
            </a:extLst>
          </p:cNvPr>
          <p:cNvGrpSpPr/>
          <p:nvPr/>
        </p:nvGrpSpPr>
        <p:grpSpPr>
          <a:xfrm>
            <a:off x="6737340" y="4604780"/>
            <a:ext cx="802440" cy="347760"/>
            <a:chOff x="6737340" y="4604780"/>
            <a:chExt cx="8024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F4F3E104-D28C-4929-CC9E-7A1DFA980164}"/>
                    </a:ext>
                  </a:extLst>
                </p14:cNvPr>
                <p14:cNvContentPartPr/>
                <p14:nvPr/>
              </p14:nvContentPartPr>
              <p14:xfrm>
                <a:off x="6737340" y="4699100"/>
                <a:ext cx="121320" cy="25344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F4F3E104-D28C-4929-CC9E-7A1DFA9801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31220" y="4692980"/>
                  <a:ext cx="133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857E57A9-4F5F-9E1D-8D67-0A5AFE91483C}"/>
                    </a:ext>
                  </a:extLst>
                </p14:cNvPr>
                <p14:cNvContentPartPr/>
                <p14:nvPr/>
              </p14:nvContentPartPr>
              <p14:xfrm>
                <a:off x="6985020" y="4640780"/>
                <a:ext cx="173880" cy="21744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857E57A9-4F5F-9E1D-8D67-0A5AFE9148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78900" y="4634660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FF17E656-F4FC-B778-1CE4-9949E7261AB3}"/>
                    </a:ext>
                  </a:extLst>
                </p14:cNvPr>
                <p14:cNvContentPartPr/>
                <p14:nvPr/>
              </p14:nvContentPartPr>
              <p14:xfrm>
                <a:off x="7263300" y="4645100"/>
                <a:ext cx="110880" cy="21204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FF17E656-F4FC-B778-1CE4-9949E7261A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57180" y="4638980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B990E387-A9B3-8ACC-1942-0A31F66774D6}"/>
                    </a:ext>
                  </a:extLst>
                </p14:cNvPr>
                <p14:cNvContentPartPr/>
                <p14:nvPr/>
              </p14:nvContentPartPr>
              <p14:xfrm>
                <a:off x="7472100" y="4604780"/>
                <a:ext cx="67680" cy="7704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B990E387-A9B3-8ACC-1942-0A31F66774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65980" y="4598660"/>
                  <a:ext cx="7992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6" name="インク 115">
                <a:extLst>
                  <a:ext uri="{FF2B5EF4-FFF2-40B4-BE49-F238E27FC236}">
                    <a16:creationId xmlns:a16="http://schemas.microsoft.com/office/drawing/2014/main" id="{79B5377C-627E-48BB-D835-60389F60B5D0}"/>
                  </a:ext>
                </a:extLst>
              </p14:cNvPr>
              <p14:cNvContentPartPr/>
              <p14:nvPr/>
            </p14:nvContentPartPr>
            <p14:xfrm>
              <a:off x="3340020" y="-952540"/>
              <a:ext cx="360" cy="360"/>
            </p14:xfrm>
          </p:contentPart>
        </mc:Choice>
        <mc:Fallback xmlns="">
          <p:pic>
            <p:nvPicPr>
              <p:cNvPr id="116" name="インク 115">
                <a:extLst>
                  <a:ext uri="{FF2B5EF4-FFF2-40B4-BE49-F238E27FC236}">
                    <a16:creationId xmlns:a16="http://schemas.microsoft.com/office/drawing/2014/main" id="{79B5377C-627E-48BB-D835-60389F60B5D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33900" y="-95866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76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B87A-4C01-A2A2-81CF-241CA484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64616B8-7073-1286-E67D-57E6302DA711}"/>
              </a:ext>
            </a:extLst>
          </p:cNvPr>
          <p:cNvSpPr txBox="1"/>
          <p:nvPr/>
        </p:nvSpPr>
        <p:spPr>
          <a:xfrm>
            <a:off x="419100" y="26670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直角三角形の比：演習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E4714473-1F90-77E5-709D-13FBA6E82EC2}"/>
                  </a:ext>
                </a:extLst>
              </p14:cNvPr>
              <p14:cNvContentPartPr/>
              <p14:nvPr/>
            </p14:nvContentPartPr>
            <p14:xfrm>
              <a:off x="4527300" y="1466660"/>
              <a:ext cx="360" cy="36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E4714473-1F90-77E5-709D-13FBA6E82E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1180" y="14605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40B8D9DE-81B9-939C-8E23-EA5EE02D413F}"/>
                  </a:ext>
                </a:extLst>
              </p14:cNvPr>
              <p14:cNvContentPartPr/>
              <p14:nvPr/>
            </p14:nvContentPartPr>
            <p14:xfrm>
              <a:off x="1422300" y="2254340"/>
              <a:ext cx="360" cy="36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40B8D9DE-81B9-939C-8E23-EA5EE02D41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6180" y="22482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2432905-1D0F-F648-040F-1FCCFFA6C954}"/>
              </a:ext>
            </a:extLst>
          </p:cNvPr>
          <p:cNvSpPr/>
          <p:nvPr/>
        </p:nvSpPr>
        <p:spPr>
          <a:xfrm flipH="1">
            <a:off x="835230" y="2311083"/>
            <a:ext cx="3456091" cy="23627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5C24CB-1EA2-B2B5-3175-FB14791C5F1A}"/>
              </a:ext>
            </a:extLst>
          </p:cNvPr>
          <p:cNvSpPr txBox="1"/>
          <p:nvPr/>
        </p:nvSpPr>
        <p:spPr>
          <a:xfrm>
            <a:off x="1155700" y="108585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それぞれの辺の比を求めよ。</a:t>
            </a: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5491127-28C2-3AD7-5E85-CB59811F7090}"/>
              </a:ext>
            </a:extLst>
          </p:cNvPr>
          <p:cNvSpPr/>
          <p:nvPr/>
        </p:nvSpPr>
        <p:spPr>
          <a:xfrm rot="5400000" flipH="1" flipV="1">
            <a:off x="4605489" y="1801932"/>
            <a:ext cx="3207143" cy="2536598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F5674A5E-72C6-3623-7250-27F85B949171}"/>
              </a:ext>
            </a:extLst>
          </p:cNvPr>
          <p:cNvSpPr/>
          <p:nvPr/>
        </p:nvSpPr>
        <p:spPr>
          <a:xfrm flipH="1">
            <a:off x="8261082" y="2124057"/>
            <a:ext cx="2633466" cy="2549746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F6E3156-45CB-3E0C-DA66-4A2599902086}"/>
              </a:ext>
            </a:extLst>
          </p:cNvPr>
          <p:cNvGrpSpPr/>
          <p:nvPr/>
        </p:nvGrpSpPr>
        <p:grpSpPr>
          <a:xfrm>
            <a:off x="4025460" y="4381220"/>
            <a:ext cx="247680" cy="287280"/>
            <a:chOff x="4025460" y="4381220"/>
            <a:chExt cx="24768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D4048A32-146B-D47F-A851-108726D1270E}"/>
                    </a:ext>
                  </a:extLst>
                </p14:cNvPr>
                <p14:cNvContentPartPr/>
                <p14:nvPr/>
              </p14:nvContentPartPr>
              <p14:xfrm>
                <a:off x="4025460" y="4406780"/>
                <a:ext cx="7920" cy="26172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D4048A32-146B-D47F-A851-108726D127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9340" y="4400660"/>
                  <a:ext cx="20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D141646F-AF31-736C-D2E9-C3FB06291756}"/>
                    </a:ext>
                  </a:extLst>
                </p14:cNvPr>
                <p14:cNvContentPartPr/>
                <p14:nvPr/>
              </p14:nvContentPartPr>
              <p14:xfrm>
                <a:off x="4044900" y="4381220"/>
                <a:ext cx="228240" cy="1332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D141646F-AF31-736C-D2E9-C3FB062917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38780" y="4375100"/>
                  <a:ext cx="2404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B440A00-2CDD-3979-01EF-8EA1E11CC942}"/>
              </a:ext>
            </a:extLst>
          </p:cNvPr>
          <p:cNvGrpSpPr/>
          <p:nvPr/>
        </p:nvGrpSpPr>
        <p:grpSpPr>
          <a:xfrm>
            <a:off x="7181580" y="4419020"/>
            <a:ext cx="288000" cy="228960"/>
            <a:chOff x="7181580" y="4419020"/>
            <a:chExt cx="28800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9C848358-5678-BBD6-E2FD-48E6252AA4C0}"/>
                    </a:ext>
                  </a:extLst>
                </p14:cNvPr>
                <p14:cNvContentPartPr/>
                <p14:nvPr/>
              </p14:nvContentPartPr>
              <p14:xfrm>
                <a:off x="7187700" y="4444940"/>
                <a:ext cx="13680" cy="20304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9C848358-5678-BBD6-E2FD-48E6252AA4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580" y="4438820"/>
                  <a:ext cx="259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7501A8A2-BAB1-CAA3-F93E-ED738A0DD287}"/>
                    </a:ext>
                  </a:extLst>
                </p14:cNvPr>
                <p14:cNvContentPartPr/>
                <p14:nvPr/>
              </p14:nvContentPartPr>
              <p14:xfrm>
                <a:off x="7181580" y="4419020"/>
                <a:ext cx="288000" cy="7920"/>
              </p14:xfrm>
            </p:contentPart>
          </mc:Choice>
          <mc:Fallback xmlns=""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7501A8A2-BAB1-CAA3-F93E-ED738A0DD2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75460" y="4412900"/>
                  <a:ext cx="3002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F282538-3D0F-BAAC-C21D-AFAE5547DEA0}"/>
              </a:ext>
            </a:extLst>
          </p:cNvPr>
          <p:cNvGrpSpPr/>
          <p:nvPr/>
        </p:nvGrpSpPr>
        <p:grpSpPr>
          <a:xfrm>
            <a:off x="10636140" y="4419380"/>
            <a:ext cx="218160" cy="237600"/>
            <a:chOff x="10636140" y="4419380"/>
            <a:chExt cx="218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0C158BFB-558B-8939-8817-FCF0588962F4}"/>
                    </a:ext>
                  </a:extLst>
                </p14:cNvPr>
                <p14:cNvContentPartPr/>
                <p14:nvPr/>
              </p14:nvContentPartPr>
              <p14:xfrm>
                <a:off x="10642620" y="4444940"/>
                <a:ext cx="23400" cy="21204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0C158BFB-558B-8939-8817-FCF0588962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36500" y="4438820"/>
                  <a:ext cx="35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0DACB8B2-22DD-0997-B00E-EE9C3D8683FA}"/>
                    </a:ext>
                  </a:extLst>
                </p14:cNvPr>
                <p14:cNvContentPartPr/>
                <p14:nvPr/>
              </p14:nvContentPartPr>
              <p14:xfrm>
                <a:off x="10636140" y="4419380"/>
                <a:ext cx="218160" cy="1332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0DACB8B2-22DD-0997-B00E-EE9C3D8683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30020" y="4413260"/>
                  <a:ext cx="2304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8FEF0656-799F-B13C-A95B-2BDDC79F063C}"/>
                  </a:ext>
                </a:extLst>
              </p14:cNvPr>
              <p14:cNvContentPartPr/>
              <p14:nvPr/>
            </p14:nvContentPartPr>
            <p14:xfrm>
              <a:off x="1422300" y="4298780"/>
              <a:ext cx="89640" cy="38088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8FEF0656-799F-B13C-A95B-2BDDC79F063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16180" y="4292660"/>
                <a:ext cx="10188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インク 18">
                <a:extLst>
                  <a:ext uri="{FF2B5EF4-FFF2-40B4-BE49-F238E27FC236}">
                    <a16:creationId xmlns:a16="http://schemas.microsoft.com/office/drawing/2014/main" id="{32745154-6E0C-5370-4AFC-DBD3D0549738}"/>
                  </a:ext>
                </a:extLst>
              </p14:cNvPr>
              <p14:cNvContentPartPr/>
              <p14:nvPr/>
            </p14:nvContentPartPr>
            <p14:xfrm>
              <a:off x="1777980" y="4227140"/>
              <a:ext cx="192600" cy="289440"/>
            </p14:xfrm>
          </p:contentPart>
        </mc:Choice>
        <mc:Fallback xmlns="">
          <p:pic>
            <p:nvPicPr>
              <p:cNvPr id="19" name="インク 18">
                <a:extLst>
                  <a:ext uri="{FF2B5EF4-FFF2-40B4-BE49-F238E27FC236}">
                    <a16:creationId xmlns:a16="http://schemas.microsoft.com/office/drawing/2014/main" id="{32745154-6E0C-5370-4AFC-DBD3D05497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71860" y="4221020"/>
                <a:ext cx="20484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4FB41A3D-89B0-EC6C-F7EF-2037E4B62823}"/>
              </a:ext>
            </a:extLst>
          </p:cNvPr>
          <p:cNvGrpSpPr/>
          <p:nvPr/>
        </p:nvGrpSpPr>
        <p:grpSpPr>
          <a:xfrm>
            <a:off x="2044020" y="4165580"/>
            <a:ext cx="197640" cy="301320"/>
            <a:chOff x="2044020" y="4165580"/>
            <a:chExt cx="19764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C326C8F9-54FB-56EC-5C4E-6268D2B9D680}"/>
                    </a:ext>
                  </a:extLst>
                </p14:cNvPr>
                <p14:cNvContentPartPr/>
                <p14:nvPr/>
              </p14:nvContentPartPr>
              <p14:xfrm>
                <a:off x="2044020" y="4177460"/>
                <a:ext cx="159840" cy="28944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C326C8F9-54FB-56EC-5C4E-6268D2B9D6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7900" y="4171340"/>
                  <a:ext cx="172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9D9FC9B4-E9CA-381B-F420-5A2AD884FC9B}"/>
                    </a:ext>
                  </a:extLst>
                </p14:cNvPr>
                <p14:cNvContentPartPr/>
                <p14:nvPr/>
              </p14:nvContentPartPr>
              <p14:xfrm>
                <a:off x="2208180" y="4165580"/>
                <a:ext cx="33480" cy="81000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9D9FC9B4-E9CA-381B-F420-5A2AD884FC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02060" y="4159460"/>
                  <a:ext cx="4572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828F4BB2-6A4C-91D0-848C-ADBA00A31B68}"/>
              </a:ext>
            </a:extLst>
          </p:cNvPr>
          <p:cNvGrpSpPr/>
          <p:nvPr/>
        </p:nvGrpSpPr>
        <p:grpSpPr>
          <a:xfrm>
            <a:off x="5333700" y="4165220"/>
            <a:ext cx="705960" cy="480240"/>
            <a:chOff x="5333700" y="4165220"/>
            <a:chExt cx="705960" cy="48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75EBC3D5-6BDF-979B-E5E9-3CB1B0BC546F}"/>
                    </a:ext>
                  </a:extLst>
                </p14:cNvPr>
                <p14:cNvContentPartPr/>
                <p14:nvPr/>
              </p14:nvContentPartPr>
              <p14:xfrm>
                <a:off x="5333700" y="4248020"/>
                <a:ext cx="360" cy="36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75EBC3D5-6BDF-979B-E5E9-3CB1B0BC54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27580" y="42419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B3C8A009-1DFA-651D-7F06-AAF779E7F49C}"/>
                    </a:ext>
                  </a:extLst>
                </p14:cNvPr>
                <p14:cNvContentPartPr/>
                <p14:nvPr/>
              </p14:nvContentPartPr>
              <p14:xfrm>
                <a:off x="5333700" y="4248020"/>
                <a:ext cx="128520" cy="39744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B3C8A009-1DFA-651D-7F06-AAF779E7F4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27580" y="4241900"/>
                  <a:ext cx="1407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9FF7C4A2-86A7-BFF3-9EC6-0AE31E6E4AF2}"/>
                    </a:ext>
                  </a:extLst>
                </p14:cNvPr>
                <p14:cNvContentPartPr/>
                <p14:nvPr/>
              </p14:nvContentPartPr>
              <p14:xfrm>
                <a:off x="5580660" y="4216340"/>
                <a:ext cx="104040" cy="30924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9FF7C4A2-86A7-BFF3-9EC6-0AE31E6E4AF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74540" y="4210220"/>
                  <a:ext cx="116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C09E2B5D-9603-1453-69D8-466B018A3DAF}"/>
                    </a:ext>
                  </a:extLst>
                </p14:cNvPr>
                <p14:cNvContentPartPr/>
                <p14:nvPr/>
              </p14:nvContentPartPr>
              <p14:xfrm>
                <a:off x="5789820" y="4336940"/>
                <a:ext cx="104400" cy="222480"/>
              </p14:xfrm>
            </p:contentPart>
          </mc:Choice>
          <mc:Fallback xmlns=""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C09E2B5D-9603-1453-69D8-466B018A3D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83700" y="4330820"/>
                  <a:ext cx="116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30637D47-2EA0-D5C5-1BC9-C538F54A8BA9}"/>
                    </a:ext>
                  </a:extLst>
                </p14:cNvPr>
                <p14:cNvContentPartPr/>
                <p14:nvPr/>
              </p14:nvContentPartPr>
              <p14:xfrm>
                <a:off x="5967660" y="4165220"/>
                <a:ext cx="72000" cy="11556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30637D47-2EA0-D5C5-1BC9-C538F54A8BA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961540" y="4159100"/>
                  <a:ext cx="842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6133A3C9-47F6-A2EB-A542-8733E16FA0FD}"/>
              </a:ext>
            </a:extLst>
          </p:cNvPr>
          <p:cNvGrpSpPr/>
          <p:nvPr/>
        </p:nvGrpSpPr>
        <p:grpSpPr>
          <a:xfrm>
            <a:off x="8800860" y="4069100"/>
            <a:ext cx="978480" cy="619200"/>
            <a:chOff x="8800860" y="4069100"/>
            <a:chExt cx="978480" cy="61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CB8EE3AF-E359-314F-373C-4A9ED2EE9827}"/>
                    </a:ext>
                  </a:extLst>
                </p14:cNvPr>
                <p14:cNvContentPartPr/>
                <p14:nvPr/>
              </p14:nvContentPartPr>
              <p14:xfrm>
                <a:off x="8800860" y="4216340"/>
                <a:ext cx="210960" cy="47196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CB8EE3AF-E359-314F-373C-4A9ED2EE98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94740" y="4210220"/>
                  <a:ext cx="2232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4B35B0D3-0653-0256-4E2D-08C5263CA8C0}"/>
                    </a:ext>
                  </a:extLst>
                </p14:cNvPr>
                <p14:cNvContentPartPr/>
                <p14:nvPr/>
              </p14:nvContentPartPr>
              <p14:xfrm>
                <a:off x="9117660" y="4184660"/>
                <a:ext cx="290160" cy="211680"/>
              </p14:xfrm>
            </p:contentPart>
          </mc:Choice>
          <mc:Fallback xmlns=""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4B35B0D3-0653-0256-4E2D-08C5263CA8C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11540" y="4178540"/>
                  <a:ext cx="302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76323195-1020-B297-5DE1-20F3A9889C58}"/>
                    </a:ext>
                  </a:extLst>
                </p14:cNvPr>
                <p14:cNvContentPartPr/>
                <p14:nvPr/>
              </p14:nvContentPartPr>
              <p14:xfrm>
                <a:off x="9277140" y="4228940"/>
                <a:ext cx="56160" cy="393840"/>
              </p14:xfrm>
            </p:contentPart>
          </mc:Choice>
          <mc:Fallback xmlns=""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76323195-1020-B297-5DE1-20F3A9889C5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71020" y="4222820"/>
                  <a:ext cx="68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448FAC3C-DF5D-7E6D-B714-16DB38E6CA4C}"/>
                    </a:ext>
                  </a:extLst>
                </p14:cNvPr>
                <p14:cNvContentPartPr/>
                <p14:nvPr/>
              </p14:nvContentPartPr>
              <p14:xfrm>
                <a:off x="9473700" y="4241900"/>
                <a:ext cx="231480" cy="324000"/>
              </p14:xfrm>
            </p:contentPart>
          </mc:Choice>
          <mc:Fallback xmlns=""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448FAC3C-DF5D-7E6D-B714-16DB38E6CA4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67580" y="4235780"/>
                  <a:ext cx="243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05A31B4B-54BA-7276-272E-E03451CA0218}"/>
                    </a:ext>
                  </a:extLst>
                </p14:cNvPr>
                <p14:cNvContentPartPr/>
                <p14:nvPr/>
              </p14:nvContentPartPr>
              <p14:xfrm>
                <a:off x="9499620" y="4209500"/>
                <a:ext cx="137160" cy="19800"/>
              </p14:xfrm>
            </p:contentPart>
          </mc:Choice>
          <mc:Fallback xmlns=""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05A31B4B-54BA-7276-272E-E03451CA021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93500" y="4203380"/>
                  <a:ext cx="149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DCB5D820-EDD0-8802-CB76-8461CFB1698A}"/>
                    </a:ext>
                  </a:extLst>
                </p14:cNvPr>
                <p14:cNvContentPartPr/>
                <p14:nvPr/>
              </p14:nvContentPartPr>
              <p14:xfrm>
                <a:off x="9700860" y="4069100"/>
                <a:ext cx="78480" cy="9144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DCB5D820-EDD0-8802-CB76-8461CFB169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94740" y="4062980"/>
                  <a:ext cx="907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F1299C70-2D5E-21E1-8258-8E3D6D8DE0D9}"/>
              </a:ext>
            </a:extLst>
          </p:cNvPr>
          <p:cNvGrpSpPr/>
          <p:nvPr/>
        </p:nvGrpSpPr>
        <p:grpSpPr>
          <a:xfrm>
            <a:off x="2127180" y="2711540"/>
            <a:ext cx="310680" cy="567360"/>
            <a:chOff x="2127180" y="2711540"/>
            <a:chExt cx="310680" cy="5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6727DDC1-C255-9A8B-FD37-C78650A986EC}"/>
                    </a:ext>
                  </a:extLst>
                </p14:cNvPr>
                <p14:cNvContentPartPr/>
                <p14:nvPr/>
              </p14:nvContentPartPr>
              <p14:xfrm>
                <a:off x="2127180" y="2711540"/>
                <a:ext cx="159120" cy="567360"/>
              </p14:xfrm>
            </p:contentPart>
          </mc:Choice>
          <mc:Fallback xmlns=""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6727DDC1-C255-9A8B-FD37-C78650A986E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21060" y="2705420"/>
                  <a:ext cx="1713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BEE178B9-9B1D-3646-B55E-3BE6B3B09735}"/>
                    </a:ext>
                  </a:extLst>
                </p14:cNvPr>
                <p14:cNvContentPartPr/>
                <p14:nvPr/>
              </p14:nvContentPartPr>
              <p14:xfrm>
                <a:off x="2292060" y="2819180"/>
                <a:ext cx="145800" cy="410400"/>
              </p14:xfrm>
            </p:contentPart>
          </mc:Choice>
          <mc:Fallback xmlns=""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BEE178B9-9B1D-3646-B55E-3BE6B3B097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85940" y="2813060"/>
                  <a:ext cx="1580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C395E1EF-2362-8775-2966-C40791DE3DD9}"/>
                    </a:ext>
                  </a:extLst>
                </p14:cNvPr>
                <p14:cNvContentPartPr/>
                <p14:nvPr/>
              </p14:nvContentPartPr>
              <p14:xfrm>
                <a:off x="2177940" y="3060380"/>
                <a:ext cx="140040" cy="2556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C395E1EF-2362-8775-2966-C40791DE3DD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71820" y="3054260"/>
                  <a:ext cx="15228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8" name="インク 67">
                <a:extLst>
                  <a:ext uri="{FF2B5EF4-FFF2-40B4-BE49-F238E27FC236}">
                    <a16:creationId xmlns:a16="http://schemas.microsoft.com/office/drawing/2014/main" id="{990C8459-30A2-3616-4C4C-D7659E6D0C22}"/>
                  </a:ext>
                </a:extLst>
              </p14:cNvPr>
              <p14:cNvContentPartPr/>
              <p14:nvPr/>
            </p14:nvContentPartPr>
            <p14:xfrm>
              <a:off x="4425780" y="3270260"/>
              <a:ext cx="245520" cy="449280"/>
            </p14:xfrm>
          </p:contentPart>
        </mc:Choice>
        <mc:Fallback xmlns="">
          <p:pic>
            <p:nvPicPr>
              <p:cNvPr id="68" name="インク 67">
                <a:extLst>
                  <a:ext uri="{FF2B5EF4-FFF2-40B4-BE49-F238E27FC236}">
                    <a16:creationId xmlns:a16="http://schemas.microsoft.com/office/drawing/2014/main" id="{990C8459-30A2-3616-4C4C-D7659E6D0C2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419660" y="3264140"/>
                <a:ext cx="25776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0" name="インク 69">
                <a:extLst>
                  <a:ext uri="{FF2B5EF4-FFF2-40B4-BE49-F238E27FC236}">
                    <a16:creationId xmlns:a16="http://schemas.microsoft.com/office/drawing/2014/main" id="{4650F861-9D37-C71F-1AA2-8E695E993B2E}"/>
                  </a:ext>
                </a:extLst>
              </p14:cNvPr>
              <p14:cNvContentPartPr/>
              <p14:nvPr/>
            </p14:nvContentPartPr>
            <p14:xfrm>
              <a:off x="4438380" y="3301940"/>
              <a:ext cx="77040" cy="463680"/>
            </p14:xfrm>
          </p:contentPart>
        </mc:Choice>
        <mc:Fallback xmlns="">
          <p:pic>
            <p:nvPicPr>
              <p:cNvPr id="70" name="インク 69">
                <a:extLst>
                  <a:ext uri="{FF2B5EF4-FFF2-40B4-BE49-F238E27FC236}">
                    <a16:creationId xmlns:a16="http://schemas.microsoft.com/office/drawing/2014/main" id="{4650F861-9D37-C71F-1AA2-8E695E993B2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432260" y="3295820"/>
                <a:ext cx="8928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1" name="インク 70">
                <a:extLst>
                  <a:ext uri="{FF2B5EF4-FFF2-40B4-BE49-F238E27FC236}">
                    <a16:creationId xmlns:a16="http://schemas.microsoft.com/office/drawing/2014/main" id="{07D88FC1-9EE3-8C01-45C7-1079D2876F17}"/>
                  </a:ext>
                </a:extLst>
              </p14:cNvPr>
              <p14:cNvContentPartPr/>
              <p14:nvPr/>
            </p14:nvContentPartPr>
            <p14:xfrm>
              <a:off x="2546580" y="4906820"/>
              <a:ext cx="309240" cy="372240"/>
            </p14:xfrm>
          </p:contentPart>
        </mc:Choice>
        <mc:Fallback xmlns="">
          <p:pic>
            <p:nvPicPr>
              <p:cNvPr id="71" name="インク 70">
                <a:extLst>
                  <a:ext uri="{FF2B5EF4-FFF2-40B4-BE49-F238E27FC236}">
                    <a16:creationId xmlns:a16="http://schemas.microsoft.com/office/drawing/2014/main" id="{07D88FC1-9EE3-8C01-45C7-1079D2876F1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540460" y="4900700"/>
                <a:ext cx="321480" cy="3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E8B6BFD4-1BA0-E43E-F0E6-A3971E62E99C}"/>
              </a:ext>
            </a:extLst>
          </p:cNvPr>
          <p:cNvGrpSpPr/>
          <p:nvPr/>
        </p:nvGrpSpPr>
        <p:grpSpPr>
          <a:xfrm>
            <a:off x="5349900" y="2768420"/>
            <a:ext cx="365400" cy="605160"/>
            <a:chOff x="5349900" y="2768420"/>
            <a:chExt cx="365400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E5E86552-E2CA-1DB3-6DF5-60D62D57FE99}"/>
                    </a:ext>
                  </a:extLst>
                </p14:cNvPr>
                <p14:cNvContentPartPr/>
                <p14:nvPr/>
              </p14:nvContentPartPr>
              <p14:xfrm>
                <a:off x="5349900" y="2768420"/>
                <a:ext cx="187200" cy="605160"/>
              </p14:xfrm>
            </p:contentPart>
          </mc:Choice>
          <mc:Fallback xmlns=""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E5E86552-E2CA-1DB3-6DF5-60D62D57FE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43780" y="2762300"/>
                  <a:ext cx="1994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2A0BD67D-6EA1-21A6-9399-CAC0D7747F0A}"/>
                    </a:ext>
                  </a:extLst>
                </p14:cNvPr>
                <p14:cNvContentPartPr/>
                <p14:nvPr/>
              </p14:nvContentPartPr>
              <p14:xfrm>
                <a:off x="5530620" y="2952740"/>
                <a:ext cx="184680" cy="393480"/>
              </p14:xfrm>
            </p:contentPart>
          </mc:Choice>
          <mc:Fallback xmlns=""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2A0BD67D-6EA1-21A6-9399-CAC0D7747F0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24500" y="2946620"/>
                  <a:ext cx="1969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7370834C-2FFB-2100-0829-603A0B4DBB0F}"/>
                    </a:ext>
                  </a:extLst>
                </p14:cNvPr>
                <p14:cNvContentPartPr/>
                <p14:nvPr/>
              </p14:nvContentPartPr>
              <p14:xfrm>
                <a:off x="5410020" y="3218780"/>
                <a:ext cx="218880" cy="2016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7370834C-2FFB-2100-0829-603A0B4DBB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03900" y="3212660"/>
                  <a:ext cx="231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A59DCBBF-C4CD-CCEC-499D-C7F7F7FECB18}"/>
              </a:ext>
            </a:extLst>
          </p:cNvPr>
          <p:cNvGrpSpPr/>
          <p:nvPr/>
        </p:nvGrpSpPr>
        <p:grpSpPr>
          <a:xfrm>
            <a:off x="7683420" y="3014660"/>
            <a:ext cx="239040" cy="609840"/>
            <a:chOff x="7683420" y="3014660"/>
            <a:chExt cx="23904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25EA09FF-5A05-76B4-BE48-B42737FC9EAE}"/>
                    </a:ext>
                  </a:extLst>
                </p14:cNvPr>
                <p14:cNvContentPartPr/>
                <p14:nvPr/>
              </p14:nvContentPartPr>
              <p14:xfrm>
                <a:off x="7683420" y="3014660"/>
                <a:ext cx="239040" cy="587880"/>
              </p14:xfrm>
            </p:contentPart>
          </mc:Choice>
          <mc:Fallback xmlns=""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25EA09FF-5A05-76B4-BE48-B42737FC9EA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77300" y="3008540"/>
                  <a:ext cx="2512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E306FFDE-BD3A-3616-0592-1C84557D7473}"/>
                    </a:ext>
                  </a:extLst>
                </p14:cNvPr>
                <p14:cNvContentPartPr/>
                <p14:nvPr/>
              </p14:nvContentPartPr>
              <p14:xfrm>
                <a:off x="7715100" y="3124100"/>
                <a:ext cx="360" cy="50040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E306FFDE-BD3A-3616-0592-1C84557D747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08980" y="3117980"/>
                  <a:ext cx="12600" cy="51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9" name="インク 78">
                <a:extLst>
                  <a:ext uri="{FF2B5EF4-FFF2-40B4-BE49-F238E27FC236}">
                    <a16:creationId xmlns:a16="http://schemas.microsoft.com/office/drawing/2014/main" id="{F072268C-13BD-843D-1ABD-BFCA10A08E38}"/>
                  </a:ext>
                </a:extLst>
              </p14:cNvPr>
              <p14:cNvContentPartPr/>
              <p14:nvPr/>
            </p14:nvContentPartPr>
            <p14:xfrm>
              <a:off x="6157740" y="4952180"/>
              <a:ext cx="411120" cy="328680"/>
            </p14:xfrm>
          </p:contentPart>
        </mc:Choice>
        <mc:Fallback xmlns="">
          <p:pic>
            <p:nvPicPr>
              <p:cNvPr id="79" name="インク 78">
                <a:extLst>
                  <a:ext uri="{FF2B5EF4-FFF2-40B4-BE49-F238E27FC236}">
                    <a16:creationId xmlns:a16="http://schemas.microsoft.com/office/drawing/2014/main" id="{F072268C-13BD-843D-1ABD-BFCA10A08E3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151620" y="4946060"/>
                <a:ext cx="423360" cy="3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A66727E0-A628-AA0B-4A68-81EBF3707F6A}"/>
              </a:ext>
            </a:extLst>
          </p:cNvPr>
          <p:cNvGrpSpPr/>
          <p:nvPr/>
        </p:nvGrpSpPr>
        <p:grpSpPr>
          <a:xfrm>
            <a:off x="8720220" y="3117980"/>
            <a:ext cx="412560" cy="563040"/>
            <a:chOff x="8720220" y="3117980"/>
            <a:chExt cx="412560" cy="5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D14D50C4-B974-1648-5CE9-E1CA6FCE2028}"/>
                    </a:ext>
                  </a:extLst>
                </p14:cNvPr>
                <p14:cNvContentPartPr/>
                <p14:nvPr/>
              </p14:nvContentPartPr>
              <p14:xfrm>
                <a:off x="8720220" y="3117980"/>
                <a:ext cx="239760" cy="563040"/>
              </p14:xfrm>
            </p:contentPart>
          </mc:Choice>
          <mc:Fallback xmlns=""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D14D50C4-B974-1648-5CE9-E1CA6FCE202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14100" y="3111860"/>
                  <a:ext cx="25200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AF7309B9-ADDE-E59C-32F9-3D80FA1B4B3B}"/>
                    </a:ext>
                  </a:extLst>
                </p14:cNvPr>
                <p14:cNvContentPartPr/>
                <p14:nvPr/>
              </p14:nvContentPartPr>
              <p14:xfrm>
                <a:off x="8934420" y="3232100"/>
                <a:ext cx="198360" cy="38232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AF7309B9-ADDE-E59C-32F9-3D80FA1B4B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28300" y="3225980"/>
                  <a:ext cx="2106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5047193A-5440-5771-8143-463452C32245}"/>
                    </a:ext>
                  </a:extLst>
                </p14:cNvPr>
                <p14:cNvContentPartPr/>
                <p14:nvPr/>
              </p14:nvContentPartPr>
              <p14:xfrm>
                <a:off x="8788260" y="3453500"/>
                <a:ext cx="207720" cy="7056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5047193A-5440-5771-8143-463452C322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82140" y="3447380"/>
                  <a:ext cx="2199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91EED6F3-752C-559C-B094-9879B52E8D27}"/>
              </a:ext>
            </a:extLst>
          </p:cNvPr>
          <p:cNvGrpSpPr/>
          <p:nvPr/>
        </p:nvGrpSpPr>
        <p:grpSpPr>
          <a:xfrm>
            <a:off x="11067780" y="3312380"/>
            <a:ext cx="309960" cy="467640"/>
            <a:chOff x="11067780" y="3312380"/>
            <a:chExt cx="30996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0BDCE2A1-D852-3610-5779-481BF15E83B2}"/>
                    </a:ext>
                  </a:extLst>
                </p14:cNvPr>
                <p14:cNvContentPartPr/>
                <p14:nvPr/>
              </p14:nvContentPartPr>
              <p14:xfrm>
                <a:off x="11067780" y="3312380"/>
                <a:ext cx="309960" cy="46764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0BDCE2A1-D852-3610-5779-481BF15E83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061660" y="3306260"/>
                  <a:ext cx="3222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BA21FFAF-8F80-6275-63E8-CF3C817D7FD1}"/>
                    </a:ext>
                  </a:extLst>
                </p14:cNvPr>
                <p14:cNvContentPartPr/>
                <p14:nvPr/>
              </p14:nvContentPartPr>
              <p14:xfrm>
                <a:off x="11086860" y="3422540"/>
                <a:ext cx="48960" cy="30708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BA21FFAF-8F80-6275-63E8-CF3C817D7FD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080740" y="3416420"/>
                  <a:ext cx="6120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98" name="インク 97">
                <a:extLst>
                  <a:ext uri="{FF2B5EF4-FFF2-40B4-BE49-F238E27FC236}">
                    <a16:creationId xmlns:a16="http://schemas.microsoft.com/office/drawing/2014/main" id="{BC61D3A3-3F90-8D68-B785-8797FF1FDF1C}"/>
                  </a:ext>
                </a:extLst>
              </p14:cNvPr>
              <p14:cNvContentPartPr/>
              <p14:nvPr/>
            </p14:nvContentPartPr>
            <p14:xfrm>
              <a:off x="9649740" y="4869380"/>
              <a:ext cx="237240" cy="331920"/>
            </p14:xfrm>
          </p:contentPart>
        </mc:Choice>
        <mc:Fallback xmlns="">
          <p:pic>
            <p:nvPicPr>
              <p:cNvPr id="98" name="インク 97">
                <a:extLst>
                  <a:ext uri="{FF2B5EF4-FFF2-40B4-BE49-F238E27FC236}">
                    <a16:creationId xmlns:a16="http://schemas.microsoft.com/office/drawing/2014/main" id="{BC61D3A3-3F90-8D68-B785-8797FF1FDF1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643620" y="4863260"/>
                <a:ext cx="249480" cy="3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86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22C9-62E3-C9AF-70E2-859D0C93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9B497E0D-72F9-33A8-BB8A-8A4F01FCBC4A}"/>
              </a:ext>
            </a:extLst>
          </p:cNvPr>
          <p:cNvSpPr txBox="1"/>
          <p:nvPr/>
        </p:nvSpPr>
        <p:spPr>
          <a:xfrm>
            <a:off x="419100" y="266700"/>
            <a:ext cx="3900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</a:t>
            </a:r>
            <a:r>
              <a:rPr kumimoji="1" lang="en-US" altLang="ja-JP" sz="3200" b="1" u="sng" dirty="0"/>
              <a:t>(</a:t>
            </a:r>
            <a:r>
              <a:rPr kumimoji="1" lang="en-US" altLang="ja-JP" sz="3200" b="1" u="sng" dirty="0" err="1"/>
              <a:t>sin,cos,tan</a:t>
            </a:r>
            <a:r>
              <a:rPr kumimoji="1" lang="en-US" altLang="ja-JP" sz="3200" b="1" u="sng" dirty="0"/>
              <a:t>)</a:t>
            </a:r>
            <a:endParaRPr kumimoji="1" lang="ja-JP" altLang="en-US" sz="3200" b="1" u="sng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D047A15C-791A-170B-187E-07BBF76CB74A}"/>
              </a:ext>
            </a:extLst>
          </p:cNvPr>
          <p:cNvSpPr txBox="1"/>
          <p:nvPr/>
        </p:nvSpPr>
        <p:spPr>
          <a:xfrm>
            <a:off x="471220" y="936577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自然界において、</a:t>
            </a:r>
            <a:endParaRPr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斜辺のみが正確に出せる</a:t>
            </a:r>
            <a:r>
              <a:rPr lang="ja-JP" altLang="en-US" dirty="0"/>
              <a:t>という状況が頻発した。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BF0DD1-9D37-A7D2-45B7-9A5FC63D7DEF}"/>
              </a:ext>
            </a:extLst>
          </p:cNvPr>
          <p:cNvSpPr txBox="1"/>
          <p:nvPr/>
        </p:nvSpPr>
        <p:spPr>
          <a:xfrm>
            <a:off x="2144578" y="1722828"/>
            <a:ext cx="36471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地面はボコボコ、斜めに立った塔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B35201FA-38D5-AB0F-19D7-4044C7CC7DB0}"/>
              </a:ext>
            </a:extLst>
          </p:cNvPr>
          <p:cNvSpPr txBox="1"/>
          <p:nvPr/>
        </p:nvSpPr>
        <p:spPr>
          <a:xfrm>
            <a:off x="585540" y="5059004"/>
            <a:ext cx="4908716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b="1" dirty="0" err="1"/>
              <a:t>sinθ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斜辺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高さ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  <a:p>
            <a:r>
              <a:rPr kumimoji="1" lang="en-US" altLang="ja-JP" sz="2000" b="1" dirty="0" err="1"/>
              <a:t>cosθ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斜辺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底辺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  <a:p>
            <a:r>
              <a:rPr kumimoji="1" lang="en-US" altLang="ja-JP" sz="2000" b="1" dirty="0" err="1"/>
              <a:t>tanθ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底辺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高さ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39756E8C-AC3F-BE47-4D00-BA35BBE57914}"/>
              </a:ext>
            </a:extLst>
          </p:cNvPr>
          <p:cNvSpPr txBox="1"/>
          <p:nvPr/>
        </p:nvSpPr>
        <p:spPr>
          <a:xfrm>
            <a:off x="585540" y="450480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u="sng" dirty="0"/>
              <a:t>角度</a:t>
            </a:r>
            <a:r>
              <a:rPr lang="en-US" altLang="ja-JP" sz="2000" b="1" u="sng" dirty="0"/>
              <a:t>θ</a:t>
            </a:r>
            <a:r>
              <a:rPr lang="ja-JP" altLang="en-US" sz="2000" b="1" u="sng" dirty="0"/>
              <a:t>の時：</a:t>
            </a:r>
            <a:endParaRPr kumimoji="1" lang="ja-JP" altLang="en-US" sz="2000" b="1" u="sng" dirty="0"/>
          </a:p>
        </p:txBody>
      </p:sp>
      <p:pic>
        <p:nvPicPr>
          <p:cNvPr id="149" name="図 148">
            <a:extLst>
              <a:ext uri="{FF2B5EF4-FFF2-40B4-BE49-F238E27FC236}">
                <a16:creationId xmlns:a16="http://schemas.microsoft.com/office/drawing/2014/main" id="{B47FD719-122D-DA89-1587-66404F03AB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45" y="971285"/>
            <a:ext cx="4624394" cy="2792423"/>
          </a:xfrm>
          <a:prstGeom prst="rect">
            <a:avLst/>
          </a:prstGeom>
        </p:spPr>
      </p:pic>
      <p:pic>
        <p:nvPicPr>
          <p:cNvPr id="153" name="図 152">
            <a:extLst>
              <a:ext uri="{FF2B5EF4-FFF2-40B4-BE49-F238E27FC236}">
                <a16:creationId xmlns:a16="http://schemas.microsoft.com/office/drawing/2014/main" id="{7B797840-99CA-50F6-88E7-0702E472A9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530" y="4286146"/>
            <a:ext cx="5000625" cy="2171700"/>
          </a:xfrm>
          <a:prstGeom prst="rect">
            <a:avLst/>
          </a:prstGeom>
        </p:spPr>
      </p:pic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C99B192F-6D36-065A-9FF1-2F3ADFC33D3D}"/>
              </a:ext>
            </a:extLst>
          </p:cNvPr>
          <p:cNvSpPr txBox="1"/>
          <p:nvPr/>
        </p:nvSpPr>
        <p:spPr>
          <a:xfrm>
            <a:off x="6664201" y="39168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覚え方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2" name="インク 161">
                <a:extLst>
                  <a:ext uri="{FF2B5EF4-FFF2-40B4-BE49-F238E27FC236}">
                    <a16:creationId xmlns:a16="http://schemas.microsoft.com/office/drawing/2014/main" id="{045B1566-940F-B7AA-5CE8-C19E83799820}"/>
                  </a:ext>
                </a:extLst>
              </p14:cNvPr>
              <p14:cNvContentPartPr/>
              <p14:nvPr/>
            </p14:nvContentPartPr>
            <p14:xfrm>
              <a:off x="901740" y="3614308"/>
              <a:ext cx="3817080" cy="298800"/>
            </p14:xfrm>
          </p:contentPart>
        </mc:Choice>
        <mc:Fallback xmlns="">
          <p:pic>
            <p:nvPicPr>
              <p:cNvPr id="162" name="インク 161">
                <a:extLst>
                  <a:ext uri="{FF2B5EF4-FFF2-40B4-BE49-F238E27FC236}">
                    <a16:creationId xmlns:a16="http://schemas.microsoft.com/office/drawing/2014/main" id="{045B1566-940F-B7AA-5CE8-C19E837998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5620" y="3608188"/>
                <a:ext cx="38293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3" name="インク 162">
                <a:extLst>
                  <a:ext uri="{FF2B5EF4-FFF2-40B4-BE49-F238E27FC236}">
                    <a16:creationId xmlns:a16="http://schemas.microsoft.com/office/drawing/2014/main" id="{24231F47-1B47-B815-FB92-15F7853ABE55}"/>
                  </a:ext>
                </a:extLst>
              </p14:cNvPr>
              <p14:cNvContentPartPr/>
              <p14:nvPr/>
            </p14:nvContentPartPr>
            <p14:xfrm>
              <a:off x="4013220" y="2414428"/>
              <a:ext cx="825840" cy="1289160"/>
            </p14:xfrm>
          </p:contentPart>
        </mc:Choice>
        <mc:Fallback xmlns="">
          <p:pic>
            <p:nvPicPr>
              <p:cNvPr id="163" name="インク 162">
                <a:extLst>
                  <a:ext uri="{FF2B5EF4-FFF2-40B4-BE49-F238E27FC236}">
                    <a16:creationId xmlns:a16="http://schemas.microsoft.com/office/drawing/2014/main" id="{24231F47-1B47-B815-FB92-15F7853ABE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07100" y="2408308"/>
                <a:ext cx="838080" cy="13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E05A982F-6264-3DEB-DA63-3F6FFF236521}"/>
                  </a:ext>
                </a:extLst>
              </p14:cNvPr>
              <p14:cNvContentPartPr/>
              <p14:nvPr/>
            </p14:nvContentPartPr>
            <p14:xfrm>
              <a:off x="4660860" y="3553468"/>
              <a:ext cx="450720" cy="9972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E05A982F-6264-3DEB-DA63-3F6FFF23652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54740" y="3547348"/>
                <a:ext cx="462960" cy="111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BDACC744-319C-E5AC-9026-459FF9777F9C}"/>
              </a:ext>
            </a:extLst>
          </p:cNvPr>
          <p:cNvCxnSpPr/>
          <p:nvPr/>
        </p:nvCxnSpPr>
        <p:spPr>
          <a:xfrm flipV="1">
            <a:off x="901740" y="2516328"/>
            <a:ext cx="3111480" cy="1396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0BD1E061-54F1-0742-C38C-1F89DC43E336}"/>
              </a:ext>
            </a:extLst>
          </p:cNvPr>
          <p:cNvSpPr txBox="1"/>
          <p:nvPr/>
        </p:nvSpPr>
        <p:spPr>
          <a:xfrm>
            <a:off x="586173" y="410148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そのため、以下が生まれた。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4CFDE8-EB27-C27E-11EB-6591572F677D}"/>
              </a:ext>
            </a:extLst>
          </p:cNvPr>
          <p:cNvSpPr txBox="1"/>
          <p:nvPr/>
        </p:nvSpPr>
        <p:spPr>
          <a:xfrm>
            <a:off x="6711718" y="7866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求め方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A8E954-CADF-1B90-4C28-90E5C0136298}"/>
              </a:ext>
            </a:extLst>
          </p:cNvPr>
          <p:cNvSpPr txBox="1"/>
          <p:nvPr/>
        </p:nvSpPr>
        <p:spPr>
          <a:xfrm>
            <a:off x="660786" y="2911430"/>
            <a:ext cx="287771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1400" dirty="0"/>
              <a:t>頂点から伸ばした紐だけ真っ直ぐ</a:t>
            </a:r>
          </a:p>
        </p:txBody>
      </p:sp>
    </p:spTree>
    <p:extLst>
      <p:ext uri="{BB962C8B-B14F-4D97-AF65-F5344CB8AC3E}">
        <p14:creationId xmlns:p14="http://schemas.microsoft.com/office/powerpoint/2010/main" val="428621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6140-B4C2-CEDA-3218-FD9A8779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F45AA0A-5C7D-610F-D98A-DC05C285FF50}"/>
              </a:ext>
            </a:extLst>
          </p:cNvPr>
          <p:cNvSpPr txBox="1"/>
          <p:nvPr/>
        </p:nvSpPr>
        <p:spPr>
          <a:xfrm>
            <a:off x="419100" y="26670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特に覚えておくべき三角形と比率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C54941-DBD2-7122-D638-19E58C139A6F}"/>
                  </a:ext>
                </a:extLst>
              </p:cNvPr>
              <p:cNvSpPr txBox="1"/>
              <p:nvPr/>
            </p:nvSpPr>
            <p:spPr>
              <a:xfrm>
                <a:off x="3409235" y="3949474"/>
                <a:ext cx="1548886" cy="23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cos30°=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sin30°=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tan30°=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sz="24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C54941-DBD2-7122-D638-19E58C13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235" y="3949474"/>
                <a:ext cx="1548886" cy="2300438"/>
              </a:xfrm>
              <a:prstGeom prst="rect">
                <a:avLst/>
              </a:prstGeom>
              <a:blipFill>
                <a:blip r:embed="rId8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36AC1A3-145F-A479-5E0A-42B36F7FD815}"/>
                  </a:ext>
                </a:extLst>
              </p:cNvPr>
              <p:cNvSpPr txBox="1"/>
              <p:nvPr/>
            </p:nvSpPr>
            <p:spPr>
              <a:xfrm>
                <a:off x="5322358" y="3960439"/>
                <a:ext cx="1547283" cy="2278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36AC1A3-145F-A479-5E0A-42B36F7FD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358" y="3960439"/>
                <a:ext cx="1547283" cy="2278509"/>
              </a:xfrm>
              <a:prstGeom prst="rect">
                <a:avLst/>
              </a:prstGeom>
              <a:blipFill>
                <a:blip r:embed="rId9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381E83-2E3E-E427-4707-41A1D90F379F}"/>
                  </a:ext>
                </a:extLst>
              </p:cNvPr>
              <p:cNvSpPr txBox="1"/>
              <p:nvPr/>
            </p:nvSpPr>
            <p:spPr>
              <a:xfrm>
                <a:off x="7091680" y="4025630"/>
                <a:ext cx="1528880" cy="2058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cos60°=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sin60°=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tan60°=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ja-JP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ja-JP" alt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381E83-2E3E-E427-4707-41A1D90F3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680" y="4025630"/>
                <a:ext cx="1528880" cy="2058512"/>
              </a:xfrm>
              <a:prstGeom prst="rect">
                <a:avLst/>
              </a:prstGeom>
              <a:blipFill>
                <a:blip r:embed="rId10"/>
                <a:stretch>
                  <a:fillRect l="-3187" b="-38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8DD870B-6ED5-8B41-E9E2-31164A29CE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707" y="1165217"/>
            <a:ext cx="7440610" cy="24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33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9604-5475-A3E0-5F34-4650E0D3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FD36328-03AF-0077-5CD4-CB8683ADDFC8}"/>
              </a:ext>
            </a:extLst>
          </p:cNvPr>
          <p:cNvSpPr txBox="1"/>
          <p:nvPr/>
        </p:nvSpPr>
        <p:spPr>
          <a:xfrm>
            <a:off x="419100" y="2667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三角比：演習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A2A7E14-CDFF-8943-FFBC-4981208550D8}"/>
              </a:ext>
            </a:extLst>
          </p:cNvPr>
          <p:cNvSpPr txBox="1"/>
          <p:nvPr/>
        </p:nvSpPr>
        <p:spPr>
          <a:xfrm>
            <a:off x="6557372" y="1467407"/>
            <a:ext cx="12698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cos30°= </a:t>
            </a:r>
          </a:p>
          <a:p>
            <a:endParaRPr kumimoji="1" lang="en-US" altLang="ja-JP" dirty="0"/>
          </a:p>
          <a:p>
            <a:r>
              <a:rPr lang="en-US" altLang="ja-JP" dirty="0"/>
              <a:t>sin30°=</a:t>
            </a:r>
          </a:p>
          <a:p>
            <a:endParaRPr lang="en-US" altLang="ja-JP" dirty="0"/>
          </a:p>
          <a:p>
            <a:r>
              <a:rPr kumimoji="1" lang="en-US" altLang="ja-JP" dirty="0"/>
              <a:t>tan30°=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6131463-CE19-FFE8-B550-FC042C26A849}"/>
              </a:ext>
            </a:extLst>
          </p:cNvPr>
          <p:cNvSpPr txBox="1"/>
          <p:nvPr/>
        </p:nvSpPr>
        <p:spPr>
          <a:xfrm>
            <a:off x="8508595" y="1467407"/>
            <a:ext cx="12041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cos45°=</a:t>
            </a:r>
          </a:p>
          <a:p>
            <a:endParaRPr kumimoji="1" lang="en-US" altLang="ja-JP" dirty="0"/>
          </a:p>
          <a:p>
            <a:r>
              <a:rPr lang="en-US" altLang="ja-JP" dirty="0"/>
              <a:t>sin45°=</a:t>
            </a:r>
          </a:p>
          <a:p>
            <a:endParaRPr lang="en-US" altLang="ja-JP" dirty="0"/>
          </a:p>
          <a:p>
            <a:r>
              <a:rPr kumimoji="1" lang="en-US" altLang="ja-JP" dirty="0"/>
              <a:t>tan45°=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D530DED-1320-3AE6-38CD-185D72EBB66B}"/>
              </a:ext>
            </a:extLst>
          </p:cNvPr>
          <p:cNvSpPr txBox="1"/>
          <p:nvPr/>
        </p:nvSpPr>
        <p:spPr>
          <a:xfrm>
            <a:off x="10277917" y="1467407"/>
            <a:ext cx="12041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cos60°=</a:t>
            </a:r>
          </a:p>
          <a:p>
            <a:endParaRPr kumimoji="1" lang="en-US" altLang="ja-JP" dirty="0"/>
          </a:p>
          <a:p>
            <a:r>
              <a:rPr lang="en-US" altLang="ja-JP" dirty="0"/>
              <a:t>sin60°=</a:t>
            </a:r>
          </a:p>
          <a:p>
            <a:endParaRPr lang="en-US" altLang="ja-JP" dirty="0"/>
          </a:p>
          <a:p>
            <a:r>
              <a:rPr kumimoji="1" lang="en-US" altLang="ja-JP" dirty="0"/>
              <a:t>tan60°=</a:t>
            </a:r>
            <a:endParaRPr kumimoji="1" lang="ja-JP" altLang="en-US" dirty="0"/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AE049C6B-B970-8DDF-17E3-6DF35351BCBB}"/>
              </a:ext>
            </a:extLst>
          </p:cNvPr>
          <p:cNvSpPr/>
          <p:nvPr/>
        </p:nvSpPr>
        <p:spPr>
          <a:xfrm flipH="1">
            <a:off x="929539" y="4349581"/>
            <a:ext cx="1670133" cy="1784553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443DACA-26FC-BA4C-E6C9-C42B768221EE}"/>
                  </a:ext>
                </a:extLst>
              </p:cNvPr>
              <p:cNvSpPr txBox="1"/>
              <p:nvPr/>
            </p:nvSpPr>
            <p:spPr>
              <a:xfrm>
                <a:off x="3720972" y="4285338"/>
                <a:ext cx="8925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443DACA-26FC-BA4C-E6C9-C42B76822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4285338"/>
                <a:ext cx="892552" cy="307777"/>
              </a:xfrm>
              <a:prstGeom prst="rect">
                <a:avLst/>
              </a:prstGeom>
              <a:blipFill>
                <a:blip r:embed="rId2"/>
                <a:stretch>
                  <a:fillRect l="-2041" r="-1361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E3FE677-2F40-204B-FD2A-7FD000095148}"/>
                  </a:ext>
                </a:extLst>
              </p:cNvPr>
              <p:cNvSpPr txBox="1"/>
              <p:nvPr/>
            </p:nvSpPr>
            <p:spPr>
              <a:xfrm>
                <a:off x="3720972" y="4931444"/>
                <a:ext cx="8840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E3FE677-2F40-204B-FD2A-7FD000095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4931444"/>
                <a:ext cx="884088" cy="307777"/>
              </a:xfrm>
              <a:prstGeom prst="rect">
                <a:avLst/>
              </a:prstGeom>
              <a:blipFill>
                <a:blip r:embed="rId3"/>
                <a:stretch>
                  <a:fillRect l="-4828" r="-2069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E575F2F-1E5E-2BAE-8013-90098FD9BAED}"/>
                  </a:ext>
                </a:extLst>
              </p:cNvPr>
              <p:cNvSpPr txBox="1"/>
              <p:nvPr/>
            </p:nvSpPr>
            <p:spPr>
              <a:xfrm>
                <a:off x="3720972" y="5648837"/>
                <a:ext cx="9273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E575F2F-1E5E-2BAE-8013-90098FD9B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5648837"/>
                <a:ext cx="927369" cy="307777"/>
              </a:xfrm>
              <a:prstGeom prst="rect">
                <a:avLst/>
              </a:prstGeom>
              <a:blipFill>
                <a:blip r:embed="rId4"/>
                <a:stretch>
                  <a:fillRect l="-3922" r="-1307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直角三角形 122">
            <a:extLst>
              <a:ext uri="{FF2B5EF4-FFF2-40B4-BE49-F238E27FC236}">
                <a16:creationId xmlns:a16="http://schemas.microsoft.com/office/drawing/2014/main" id="{35E007B9-3FD2-ABF5-EE4B-695ABA2B4701}"/>
              </a:ext>
            </a:extLst>
          </p:cNvPr>
          <p:cNvSpPr/>
          <p:nvPr/>
        </p:nvSpPr>
        <p:spPr>
          <a:xfrm flipH="1">
            <a:off x="786322" y="1657137"/>
            <a:ext cx="2219621" cy="15174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直角三角形 123">
            <a:extLst>
              <a:ext uri="{FF2B5EF4-FFF2-40B4-BE49-F238E27FC236}">
                <a16:creationId xmlns:a16="http://schemas.microsoft.com/office/drawing/2014/main" id="{1932A38C-9042-4CF4-4E3B-17CFD05295A3}"/>
              </a:ext>
            </a:extLst>
          </p:cNvPr>
          <p:cNvSpPr/>
          <p:nvPr/>
        </p:nvSpPr>
        <p:spPr>
          <a:xfrm flipH="1">
            <a:off x="3635432" y="1467407"/>
            <a:ext cx="1700298" cy="17010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7979BD2-7C57-86E4-9B36-5387ECBC73B8}"/>
              </a:ext>
            </a:extLst>
          </p:cNvPr>
          <p:cNvSpPr txBox="1"/>
          <p:nvPr/>
        </p:nvSpPr>
        <p:spPr>
          <a:xfrm>
            <a:off x="3005943" y="23663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3" name="インク 132">
                <a:extLst>
                  <a:ext uri="{FF2B5EF4-FFF2-40B4-BE49-F238E27FC236}">
                    <a16:creationId xmlns:a16="http://schemas.microsoft.com/office/drawing/2014/main" id="{D2A7DFFB-9B94-793F-DB63-6C7304F61D02}"/>
                  </a:ext>
                </a:extLst>
              </p14:cNvPr>
              <p14:cNvContentPartPr/>
              <p14:nvPr/>
            </p14:nvContentPartPr>
            <p14:xfrm>
              <a:off x="2778208" y="2929007"/>
              <a:ext cx="204480" cy="227520"/>
            </p14:xfrm>
          </p:contentPart>
        </mc:Choice>
        <mc:Fallback xmlns="">
          <p:pic>
            <p:nvPicPr>
              <p:cNvPr id="133" name="インク 132">
                <a:extLst>
                  <a:ext uri="{FF2B5EF4-FFF2-40B4-BE49-F238E27FC236}">
                    <a16:creationId xmlns:a16="http://schemas.microsoft.com/office/drawing/2014/main" id="{D2A7DFFB-9B94-793F-DB63-6C7304F61D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72088" y="2922887"/>
                <a:ext cx="216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4" name="インク 133">
                <a:extLst>
                  <a:ext uri="{FF2B5EF4-FFF2-40B4-BE49-F238E27FC236}">
                    <a16:creationId xmlns:a16="http://schemas.microsoft.com/office/drawing/2014/main" id="{216BC1BE-990D-E72C-BEEB-9AD26627D22A}"/>
                  </a:ext>
                </a:extLst>
              </p14:cNvPr>
              <p14:cNvContentPartPr/>
              <p14:nvPr/>
            </p14:nvContentPartPr>
            <p14:xfrm>
              <a:off x="5032528" y="2925407"/>
              <a:ext cx="274680" cy="225360"/>
            </p14:xfrm>
          </p:contentPart>
        </mc:Choice>
        <mc:Fallback xmlns="">
          <p:pic>
            <p:nvPicPr>
              <p:cNvPr id="134" name="インク 133">
                <a:extLst>
                  <a:ext uri="{FF2B5EF4-FFF2-40B4-BE49-F238E27FC236}">
                    <a16:creationId xmlns:a16="http://schemas.microsoft.com/office/drawing/2014/main" id="{216BC1BE-990D-E72C-BEEB-9AD26627D2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26408" y="2919287"/>
                <a:ext cx="286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5" name="インク 134">
                <a:extLst>
                  <a:ext uri="{FF2B5EF4-FFF2-40B4-BE49-F238E27FC236}">
                    <a16:creationId xmlns:a16="http://schemas.microsoft.com/office/drawing/2014/main" id="{97F6EA3E-2D5F-A83E-25B1-487B969B3AC4}"/>
                  </a:ext>
                </a:extLst>
              </p14:cNvPr>
              <p14:cNvContentPartPr/>
              <p14:nvPr/>
            </p14:nvContentPartPr>
            <p14:xfrm>
              <a:off x="5064208" y="1797527"/>
              <a:ext cx="260280" cy="146880"/>
            </p14:xfrm>
          </p:contentPart>
        </mc:Choice>
        <mc:Fallback xmlns="">
          <p:pic>
            <p:nvPicPr>
              <p:cNvPr id="135" name="インク 134">
                <a:extLst>
                  <a:ext uri="{FF2B5EF4-FFF2-40B4-BE49-F238E27FC236}">
                    <a16:creationId xmlns:a16="http://schemas.microsoft.com/office/drawing/2014/main" id="{97F6EA3E-2D5F-A83E-25B1-487B969B3A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8088" y="1791407"/>
                <a:ext cx="27252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グループ化 135">
            <a:extLst>
              <a:ext uri="{FF2B5EF4-FFF2-40B4-BE49-F238E27FC236}">
                <a16:creationId xmlns:a16="http://schemas.microsoft.com/office/drawing/2014/main" id="{E58EE8B1-2E4F-E900-9486-B0E1AB7AF64C}"/>
              </a:ext>
            </a:extLst>
          </p:cNvPr>
          <p:cNvGrpSpPr/>
          <p:nvPr/>
        </p:nvGrpSpPr>
        <p:grpSpPr>
          <a:xfrm>
            <a:off x="4945768" y="2041967"/>
            <a:ext cx="342360" cy="201240"/>
            <a:chOff x="10441380" y="3838340"/>
            <a:chExt cx="3423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8609216E-BAF4-4163-83E2-A84A19824724}"/>
                    </a:ext>
                  </a:extLst>
                </p14:cNvPr>
                <p14:cNvContentPartPr/>
                <p14:nvPr/>
              </p14:nvContentPartPr>
              <p14:xfrm>
                <a:off x="10441380" y="3873620"/>
                <a:ext cx="93600" cy="7776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8609216E-BAF4-4163-83E2-A84A198247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35260" y="3867500"/>
                  <a:ext cx="105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51F50DE7-6124-2452-4CB7-5B7C69DB89C4}"/>
                    </a:ext>
                  </a:extLst>
                </p14:cNvPr>
                <p14:cNvContentPartPr/>
                <p14:nvPr/>
              </p14:nvContentPartPr>
              <p14:xfrm>
                <a:off x="10508700" y="3886220"/>
                <a:ext cx="13320" cy="15336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51F50DE7-6124-2452-4CB7-5B7C69DB89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02580" y="3880100"/>
                  <a:ext cx="2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A6A4C74F-F356-E1C4-FF12-612E951DD97C}"/>
                    </a:ext>
                  </a:extLst>
                </p14:cNvPr>
                <p14:cNvContentPartPr/>
                <p14:nvPr/>
              </p14:nvContentPartPr>
              <p14:xfrm>
                <a:off x="10604460" y="3879740"/>
                <a:ext cx="74880" cy="14508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A6A4C74F-F356-E1C4-FF12-612E951DD9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98340" y="3873620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0" name="インク 139">
                  <a:extLst>
                    <a:ext uri="{FF2B5EF4-FFF2-40B4-BE49-F238E27FC236}">
                      <a16:creationId xmlns:a16="http://schemas.microsoft.com/office/drawing/2014/main" id="{0D0B1402-D82F-6A0E-3A3A-C87E47203AE0}"/>
                    </a:ext>
                  </a:extLst>
                </p14:cNvPr>
                <p14:cNvContentPartPr/>
                <p14:nvPr/>
              </p14:nvContentPartPr>
              <p14:xfrm>
                <a:off x="10629660" y="3892340"/>
                <a:ext cx="30240" cy="6840"/>
              </p14:xfrm>
            </p:contentPart>
          </mc:Choice>
          <mc:Fallback xmlns="">
            <p:pic>
              <p:nvPicPr>
                <p:cNvPr id="140" name="インク 139">
                  <a:extLst>
                    <a:ext uri="{FF2B5EF4-FFF2-40B4-BE49-F238E27FC236}">
                      <a16:creationId xmlns:a16="http://schemas.microsoft.com/office/drawing/2014/main" id="{0D0B1402-D82F-6A0E-3A3A-C87E47203A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23540" y="3886220"/>
                  <a:ext cx="42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04111380-A3EB-D621-CC9B-087A7B8B7C08}"/>
                    </a:ext>
                  </a:extLst>
                </p14:cNvPr>
                <p14:cNvContentPartPr/>
                <p14:nvPr/>
              </p14:nvContentPartPr>
              <p14:xfrm>
                <a:off x="10743780" y="3838340"/>
                <a:ext cx="39960" cy="5436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04111380-A3EB-D621-CC9B-087A7B8B7C0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37660" y="3832220"/>
                  <a:ext cx="52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1D2EFF3C-BC2C-90C5-A3A7-CAA22A18D33D}"/>
                  </a:ext>
                </a:extLst>
              </p14:cNvPr>
              <p14:cNvContentPartPr/>
              <p14:nvPr/>
            </p14:nvContentPartPr>
            <p14:xfrm>
              <a:off x="3946768" y="2896247"/>
              <a:ext cx="92880" cy="26892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1D2EFF3C-BC2C-90C5-A3A7-CAA22A18D3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40648" y="2890127"/>
                <a:ext cx="105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グループ化 142">
            <a:extLst>
              <a:ext uri="{FF2B5EF4-FFF2-40B4-BE49-F238E27FC236}">
                <a16:creationId xmlns:a16="http://schemas.microsoft.com/office/drawing/2014/main" id="{2D196E69-E84B-E103-6E5D-DC3E0DC286AA}"/>
              </a:ext>
            </a:extLst>
          </p:cNvPr>
          <p:cNvGrpSpPr/>
          <p:nvPr/>
        </p:nvGrpSpPr>
        <p:grpSpPr>
          <a:xfrm>
            <a:off x="4142968" y="2763407"/>
            <a:ext cx="359640" cy="209160"/>
            <a:chOff x="9638580" y="4559780"/>
            <a:chExt cx="3596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4B4843DA-1492-5670-E107-34679176082E}"/>
                    </a:ext>
                  </a:extLst>
                </p14:cNvPr>
                <p14:cNvContentPartPr/>
                <p14:nvPr/>
              </p14:nvContentPartPr>
              <p14:xfrm>
                <a:off x="9638580" y="4622780"/>
                <a:ext cx="147960" cy="7776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4B4843DA-1492-5670-E107-34679176082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32460" y="4616660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BA15BA6F-41C4-3A0D-C3FC-BB9FA482C93F}"/>
                    </a:ext>
                  </a:extLst>
                </p14:cNvPr>
                <p14:cNvContentPartPr/>
                <p14:nvPr/>
              </p14:nvContentPartPr>
              <p14:xfrm>
                <a:off x="9728220" y="4635380"/>
                <a:ext cx="25560" cy="13356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BA15BA6F-41C4-3A0D-C3FC-BB9FA482C9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22100" y="4629260"/>
                  <a:ext cx="37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6F770D0A-F22E-452B-CDC5-5D783CA1D85C}"/>
                    </a:ext>
                  </a:extLst>
                </p14:cNvPr>
                <p14:cNvContentPartPr/>
                <p14:nvPr/>
              </p14:nvContentPartPr>
              <p14:xfrm>
                <a:off x="9799860" y="4616300"/>
                <a:ext cx="109440" cy="14868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6F770D0A-F22E-452B-CDC5-5D783CA1D85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93740" y="4610180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7" name="インク 146">
                  <a:extLst>
                    <a:ext uri="{FF2B5EF4-FFF2-40B4-BE49-F238E27FC236}">
                      <a16:creationId xmlns:a16="http://schemas.microsoft.com/office/drawing/2014/main" id="{B9EF2D59-BE97-1861-CACA-144C0979CB33}"/>
                    </a:ext>
                  </a:extLst>
                </p14:cNvPr>
                <p14:cNvContentPartPr/>
                <p14:nvPr/>
              </p14:nvContentPartPr>
              <p14:xfrm>
                <a:off x="9867900" y="4603700"/>
                <a:ext cx="64440" cy="11880"/>
              </p14:xfrm>
            </p:contentPart>
          </mc:Choice>
          <mc:Fallback xmlns="">
            <p:pic>
              <p:nvPicPr>
                <p:cNvPr id="147" name="インク 146">
                  <a:extLst>
                    <a:ext uri="{FF2B5EF4-FFF2-40B4-BE49-F238E27FC236}">
                      <a16:creationId xmlns:a16="http://schemas.microsoft.com/office/drawing/2014/main" id="{B9EF2D59-BE97-1861-CACA-144C0979CB3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61780" y="4597580"/>
                  <a:ext cx="76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25F309ED-B602-E5BD-C923-35F424394A9B}"/>
                    </a:ext>
                  </a:extLst>
                </p14:cNvPr>
                <p14:cNvContentPartPr/>
                <p14:nvPr/>
              </p14:nvContentPartPr>
              <p14:xfrm>
                <a:off x="9962220" y="4559780"/>
                <a:ext cx="36000" cy="5724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25F309ED-B602-E5BD-C923-35F424394A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56100" y="4553660"/>
                  <a:ext cx="48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0E05578B-4937-07F4-4040-6CB3AF9CB724}"/>
              </a:ext>
            </a:extLst>
          </p:cNvPr>
          <p:cNvGrpSpPr/>
          <p:nvPr/>
        </p:nvGrpSpPr>
        <p:grpSpPr>
          <a:xfrm>
            <a:off x="2595688" y="1924607"/>
            <a:ext cx="404280" cy="517680"/>
            <a:chOff x="8091300" y="3720980"/>
            <a:chExt cx="4042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9E4C88CC-C0E8-4CF5-12B0-7FACBBB67FB9}"/>
                    </a:ext>
                  </a:extLst>
                </p14:cNvPr>
                <p14:cNvContentPartPr/>
                <p14:nvPr/>
              </p14:nvContentPartPr>
              <p14:xfrm>
                <a:off x="8128020" y="3720980"/>
                <a:ext cx="367560" cy="15948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9E4C88CC-C0E8-4CF5-12B0-7FACBBB67F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21900" y="3714860"/>
                  <a:ext cx="37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66C62754-281C-8D67-2E24-3CF13566D908}"/>
                    </a:ext>
                  </a:extLst>
                </p14:cNvPr>
                <p14:cNvContentPartPr/>
                <p14:nvPr/>
              </p14:nvContentPartPr>
              <p14:xfrm>
                <a:off x="8091300" y="3949580"/>
                <a:ext cx="120240" cy="28908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66C62754-281C-8D67-2E24-3CF13566D90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85180" y="3943460"/>
                  <a:ext cx="132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30AB0B57-2A0B-5CDC-0421-E21E5C8DD372}"/>
                    </a:ext>
                  </a:extLst>
                </p14:cNvPr>
                <p14:cNvContentPartPr/>
                <p14:nvPr/>
              </p14:nvContentPartPr>
              <p14:xfrm>
                <a:off x="8297580" y="4043180"/>
                <a:ext cx="130680" cy="14904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30AB0B57-2A0B-5CDC-0421-E21E5C8DD3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91460" y="4037060"/>
                  <a:ext cx="14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C737D013-1695-8A77-7570-FEACEE9CBAB4}"/>
                    </a:ext>
                  </a:extLst>
                </p14:cNvPr>
                <p14:cNvContentPartPr/>
                <p14:nvPr/>
              </p14:nvContentPartPr>
              <p14:xfrm>
                <a:off x="8399460" y="3936620"/>
                <a:ext cx="47160" cy="6480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C737D013-1695-8A77-7570-FEACEE9CBAB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93340" y="3930500"/>
                  <a:ext cx="59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グループ化 153">
            <a:extLst>
              <a:ext uri="{FF2B5EF4-FFF2-40B4-BE49-F238E27FC236}">
                <a16:creationId xmlns:a16="http://schemas.microsoft.com/office/drawing/2014/main" id="{A0B9347B-5F58-370B-BF23-85BAF8850C3D}"/>
              </a:ext>
            </a:extLst>
          </p:cNvPr>
          <p:cNvGrpSpPr/>
          <p:nvPr/>
        </p:nvGrpSpPr>
        <p:grpSpPr>
          <a:xfrm>
            <a:off x="1241728" y="2808407"/>
            <a:ext cx="802440" cy="347760"/>
            <a:chOff x="6737340" y="4604780"/>
            <a:chExt cx="8024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20449C5D-FD06-C22A-98F5-D21DBB4A32D4}"/>
                    </a:ext>
                  </a:extLst>
                </p14:cNvPr>
                <p14:cNvContentPartPr/>
                <p14:nvPr/>
              </p14:nvContentPartPr>
              <p14:xfrm>
                <a:off x="6737340" y="4699100"/>
                <a:ext cx="121320" cy="25344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20449C5D-FD06-C22A-98F5-D21DBB4A32D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31220" y="4692980"/>
                  <a:ext cx="133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D48220B6-C93F-C537-D563-7DB5AC18B4A8}"/>
                    </a:ext>
                  </a:extLst>
                </p14:cNvPr>
                <p14:cNvContentPartPr/>
                <p14:nvPr/>
              </p14:nvContentPartPr>
              <p14:xfrm>
                <a:off x="6985020" y="4640780"/>
                <a:ext cx="173880" cy="21744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D48220B6-C93F-C537-D563-7DB5AC18B4A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78900" y="4634660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3326937D-D038-E1D1-0066-8723F7076BFE}"/>
                    </a:ext>
                  </a:extLst>
                </p14:cNvPr>
                <p14:cNvContentPartPr/>
                <p14:nvPr/>
              </p14:nvContentPartPr>
              <p14:xfrm>
                <a:off x="7263300" y="4645100"/>
                <a:ext cx="110880" cy="21204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3326937D-D038-E1D1-0066-8723F7076BF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7180" y="4638980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72597745-3A00-153F-4ACD-B3232E4918F3}"/>
                    </a:ext>
                  </a:extLst>
                </p14:cNvPr>
                <p14:cNvContentPartPr/>
                <p14:nvPr/>
              </p14:nvContentPartPr>
              <p14:xfrm>
                <a:off x="7472100" y="4604780"/>
                <a:ext cx="67680" cy="7704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72597745-3A00-153F-4ACD-B3232E4918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65980" y="4598660"/>
                  <a:ext cx="79920" cy="8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5A41AC24-B95F-BFD5-B7E4-F2FED462E93D}"/>
              </a:ext>
            </a:extLst>
          </p:cNvPr>
          <p:cNvSpPr txBox="1"/>
          <p:nvPr/>
        </p:nvSpPr>
        <p:spPr>
          <a:xfrm>
            <a:off x="542369" y="1104029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それぞれの辺の比を求めよ。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E55C91B4-C7C7-F14A-70BC-B7389F8E00CB}"/>
              </a:ext>
            </a:extLst>
          </p:cNvPr>
          <p:cNvSpPr txBox="1"/>
          <p:nvPr/>
        </p:nvSpPr>
        <p:spPr>
          <a:xfrm>
            <a:off x="6557372" y="3913266"/>
            <a:ext cx="3744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斜辺の長さが</a:t>
            </a:r>
            <a:r>
              <a:rPr kumimoji="1" lang="en-US" altLang="ja-JP" sz="1400" dirty="0"/>
              <a:t>8m</a:t>
            </a:r>
            <a:r>
              <a:rPr kumimoji="1" lang="ja-JP" altLang="en-US" sz="1400" dirty="0"/>
              <a:t>であり、</a:t>
            </a:r>
            <a:endParaRPr kumimoji="1" lang="en-US" altLang="ja-JP" sz="1400" dirty="0"/>
          </a:p>
          <a:p>
            <a:r>
              <a:rPr kumimoji="1" lang="en-US" altLang="ja-JP" sz="1400" dirty="0"/>
              <a:t>θ=30°</a:t>
            </a:r>
            <a:r>
              <a:rPr kumimoji="1" lang="ja-JP" altLang="en-US" sz="1400" dirty="0"/>
              <a:t>の直角三角形の底と高さを求めよ。</a:t>
            </a:r>
            <a:endParaRPr kumimoji="1" lang="ja-JP" altLang="en-US" sz="1600" dirty="0"/>
          </a:p>
        </p:txBody>
      </p:sp>
      <p:sp>
        <p:nvSpPr>
          <p:cNvPr id="163" name="直角三角形 162">
            <a:extLst>
              <a:ext uri="{FF2B5EF4-FFF2-40B4-BE49-F238E27FC236}">
                <a16:creationId xmlns:a16="http://schemas.microsoft.com/office/drawing/2014/main" id="{633F2230-B7BF-A9B3-AEE0-FD5382C0B0AC}"/>
              </a:ext>
            </a:extLst>
          </p:cNvPr>
          <p:cNvSpPr/>
          <p:nvPr/>
        </p:nvSpPr>
        <p:spPr>
          <a:xfrm>
            <a:off x="6709670" y="4687631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6F239530-85DD-B43E-CCF1-26612C5AE7B0}"/>
                  </a:ext>
                </a:extLst>
              </p:cNvPr>
              <p:cNvSpPr txBox="1"/>
              <p:nvPr/>
            </p:nvSpPr>
            <p:spPr>
              <a:xfrm>
                <a:off x="7582346" y="4992999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6F239530-85DD-B43E-CCF1-26612C5AE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346" y="4992999"/>
                <a:ext cx="384175" cy="184666"/>
              </a:xfrm>
              <a:prstGeom prst="rect">
                <a:avLst/>
              </a:prstGeom>
              <a:blipFill>
                <a:blip r:embed="rId4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9EA81399-6CE0-6E94-1278-89E370ED1387}"/>
                  </a:ext>
                </a:extLst>
              </p14:cNvPr>
              <p14:cNvContentPartPr/>
              <p14:nvPr/>
            </p14:nvContentPartPr>
            <p14:xfrm>
              <a:off x="1282620" y="5842100"/>
              <a:ext cx="83160" cy="29160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9EA81399-6CE0-6E94-1278-89E370ED138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276500" y="5835980"/>
                <a:ext cx="954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6" name="インク 165">
                <a:extLst>
                  <a:ext uri="{FF2B5EF4-FFF2-40B4-BE49-F238E27FC236}">
                    <a16:creationId xmlns:a16="http://schemas.microsoft.com/office/drawing/2014/main" id="{2EA23E98-31A1-27CF-05C5-641990F4D0C2}"/>
                  </a:ext>
                </a:extLst>
              </p14:cNvPr>
              <p14:cNvContentPartPr/>
              <p14:nvPr/>
            </p14:nvContentPartPr>
            <p14:xfrm>
              <a:off x="1516620" y="5774420"/>
              <a:ext cx="115560" cy="232920"/>
            </p14:xfrm>
          </p:contentPart>
        </mc:Choice>
        <mc:Fallback xmlns="">
          <p:pic>
            <p:nvPicPr>
              <p:cNvPr id="166" name="インク 165">
                <a:extLst>
                  <a:ext uri="{FF2B5EF4-FFF2-40B4-BE49-F238E27FC236}">
                    <a16:creationId xmlns:a16="http://schemas.microsoft.com/office/drawing/2014/main" id="{2EA23E98-31A1-27CF-05C5-641990F4D0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10500" y="5768300"/>
                <a:ext cx="1278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67" name="インク 166">
                <a:extLst>
                  <a:ext uri="{FF2B5EF4-FFF2-40B4-BE49-F238E27FC236}">
                    <a16:creationId xmlns:a16="http://schemas.microsoft.com/office/drawing/2014/main" id="{01B04F7A-238F-33B1-5787-2FF448175407}"/>
                  </a:ext>
                </a:extLst>
              </p14:cNvPr>
              <p14:cNvContentPartPr/>
              <p14:nvPr/>
            </p14:nvContentPartPr>
            <p14:xfrm>
              <a:off x="1542900" y="5898620"/>
              <a:ext cx="101160" cy="7200"/>
            </p14:xfrm>
          </p:contentPart>
        </mc:Choice>
        <mc:Fallback xmlns="">
          <p:pic>
            <p:nvPicPr>
              <p:cNvPr id="167" name="インク 166">
                <a:extLst>
                  <a:ext uri="{FF2B5EF4-FFF2-40B4-BE49-F238E27FC236}">
                    <a16:creationId xmlns:a16="http://schemas.microsoft.com/office/drawing/2014/main" id="{01B04F7A-238F-33B1-5787-2FF44817540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36780" y="5892500"/>
                <a:ext cx="1134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0" name="インク 169">
                <a:extLst>
                  <a:ext uri="{FF2B5EF4-FFF2-40B4-BE49-F238E27FC236}">
                    <a16:creationId xmlns:a16="http://schemas.microsoft.com/office/drawing/2014/main" id="{C75648D2-AAD0-CB96-6191-055ECC868DBA}"/>
                  </a:ext>
                </a:extLst>
              </p14:cNvPr>
              <p14:cNvContentPartPr/>
              <p14:nvPr/>
            </p14:nvContentPartPr>
            <p14:xfrm>
              <a:off x="1352820" y="4977020"/>
              <a:ext cx="253080" cy="250920"/>
            </p14:xfrm>
          </p:contentPart>
        </mc:Choice>
        <mc:Fallback xmlns="">
          <p:pic>
            <p:nvPicPr>
              <p:cNvPr id="170" name="インク 169">
                <a:extLst>
                  <a:ext uri="{FF2B5EF4-FFF2-40B4-BE49-F238E27FC236}">
                    <a16:creationId xmlns:a16="http://schemas.microsoft.com/office/drawing/2014/main" id="{C75648D2-AAD0-CB96-6191-055ECC868D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46700" y="4970900"/>
                <a:ext cx="2653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1" name="インク 170">
                <a:extLst>
                  <a:ext uri="{FF2B5EF4-FFF2-40B4-BE49-F238E27FC236}">
                    <a16:creationId xmlns:a16="http://schemas.microsoft.com/office/drawing/2014/main" id="{EC79938E-D233-DA30-27D3-42015B72EFC3}"/>
                  </a:ext>
                </a:extLst>
              </p14:cNvPr>
              <p14:cNvContentPartPr/>
              <p14:nvPr/>
            </p14:nvContentPartPr>
            <p14:xfrm>
              <a:off x="2768340" y="5086460"/>
              <a:ext cx="160920" cy="389160"/>
            </p14:xfrm>
          </p:contentPart>
        </mc:Choice>
        <mc:Fallback xmlns="">
          <p:pic>
            <p:nvPicPr>
              <p:cNvPr id="171" name="インク 170">
                <a:extLst>
                  <a:ext uri="{FF2B5EF4-FFF2-40B4-BE49-F238E27FC236}">
                    <a16:creationId xmlns:a16="http://schemas.microsoft.com/office/drawing/2014/main" id="{EC79938E-D233-DA30-27D3-42015B72EFC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62220" y="5080340"/>
                <a:ext cx="17316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2" name="インク 171">
                <a:extLst>
                  <a:ext uri="{FF2B5EF4-FFF2-40B4-BE49-F238E27FC236}">
                    <a16:creationId xmlns:a16="http://schemas.microsoft.com/office/drawing/2014/main" id="{E5BE26F5-0933-8C31-8067-16882DBFF91A}"/>
                  </a:ext>
                </a:extLst>
              </p14:cNvPr>
              <p14:cNvContentPartPr/>
              <p14:nvPr/>
            </p14:nvContentPartPr>
            <p14:xfrm>
              <a:off x="1815060" y="6249620"/>
              <a:ext cx="150120" cy="195840"/>
            </p14:xfrm>
          </p:contentPart>
        </mc:Choice>
        <mc:Fallback xmlns="">
          <p:pic>
            <p:nvPicPr>
              <p:cNvPr id="172" name="インク 171">
                <a:extLst>
                  <a:ext uri="{FF2B5EF4-FFF2-40B4-BE49-F238E27FC236}">
                    <a16:creationId xmlns:a16="http://schemas.microsoft.com/office/drawing/2014/main" id="{E5BE26F5-0933-8C31-8067-16882DBFF91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08940" y="6243500"/>
                <a:ext cx="1623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3" name="インク 172">
                <a:extLst>
                  <a:ext uri="{FF2B5EF4-FFF2-40B4-BE49-F238E27FC236}">
                    <a16:creationId xmlns:a16="http://schemas.microsoft.com/office/drawing/2014/main" id="{175C0189-CEC1-8556-A3FA-22DF379836A9}"/>
                  </a:ext>
                </a:extLst>
              </p14:cNvPr>
              <p14:cNvContentPartPr/>
              <p14:nvPr/>
            </p14:nvContentPartPr>
            <p14:xfrm>
              <a:off x="8577660" y="5721140"/>
              <a:ext cx="58320" cy="283680"/>
            </p14:xfrm>
          </p:contentPart>
        </mc:Choice>
        <mc:Fallback xmlns="">
          <p:pic>
            <p:nvPicPr>
              <p:cNvPr id="173" name="インク 172">
                <a:extLst>
                  <a:ext uri="{FF2B5EF4-FFF2-40B4-BE49-F238E27FC236}">
                    <a16:creationId xmlns:a16="http://schemas.microsoft.com/office/drawing/2014/main" id="{175C0189-CEC1-8556-A3FA-22DF379836A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71540" y="5715020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グループ化 176">
            <a:extLst>
              <a:ext uri="{FF2B5EF4-FFF2-40B4-BE49-F238E27FC236}">
                <a16:creationId xmlns:a16="http://schemas.microsoft.com/office/drawing/2014/main" id="{DF5A73B0-1DA3-1509-75D3-F863EB716A60}"/>
              </a:ext>
            </a:extLst>
          </p:cNvPr>
          <p:cNvGrpSpPr/>
          <p:nvPr/>
        </p:nvGrpSpPr>
        <p:grpSpPr>
          <a:xfrm>
            <a:off x="7885020" y="5586500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63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BF95-8C80-91DF-AF1B-BFDDC84D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9EF24AC-6E8D-EF40-AD2D-F734802BF04C}"/>
              </a:ext>
            </a:extLst>
          </p:cNvPr>
          <p:cNvSpPr txBox="1"/>
          <p:nvPr/>
        </p:nvSpPr>
        <p:spPr>
          <a:xfrm>
            <a:off x="419100" y="266700"/>
            <a:ext cx="3387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ラジアン</a:t>
            </a:r>
            <a:r>
              <a:rPr lang="en-US" altLang="ja-JP" sz="3200" b="1" dirty="0"/>
              <a:t>(</a:t>
            </a:r>
            <a:r>
              <a:rPr lang="ja-JP" altLang="en-US" sz="3200" b="1" dirty="0"/>
              <a:t>弧度法</a:t>
            </a:r>
            <a:r>
              <a:rPr lang="en-US" altLang="ja-JP" sz="3200" b="1" dirty="0"/>
              <a:t>)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FEA00366-C833-3624-444C-166F4930D65F}"/>
              </a:ext>
            </a:extLst>
          </p:cNvPr>
          <p:cNvSpPr txBox="1"/>
          <p:nvPr/>
        </p:nvSpPr>
        <p:spPr>
          <a:xfrm>
            <a:off x="471220" y="936577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角度は実はかなり曖昧な概念である。</a:t>
            </a:r>
            <a:endParaRPr kumimoji="1" lang="en-US" altLang="ja-JP" dirty="0"/>
          </a:p>
          <a:p>
            <a:r>
              <a:rPr lang="ja-JP" altLang="en-US" dirty="0"/>
              <a:t>であるので、より正確なラジアン法にシフトする。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5934F673-DC86-A293-6BEE-9009D041080C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A31C0E4E-AECD-59B2-7591-316C36C16605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C1269ED9-7614-A875-3B0F-6DF684699DE9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6C9F184A-919B-B33C-FB07-4FFD9955F4B0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BDD1DEF0-364E-D47A-D358-0BB584CE5B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75" y="3390900"/>
            <a:ext cx="3648075" cy="32004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B91783-A328-4127-4027-1BBDEE59C51C}"/>
              </a:ext>
            </a:extLst>
          </p:cNvPr>
          <p:cNvSpPr txBox="1"/>
          <p:nvPr/>
        </p:nvSpPr>
        <p:spPr>
          <a:xfrm>
            <a:off x="471220" y="2659467"/>
            <a:ext cx="5585183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000" b="1" dirty="0"/>
              <a:t>ラジアン</a:t>
            </a:r>
            <a:r>
              <a:rPr lang="en-US" altLang="ja-JP" sz="2000" b="1" dirty="0"/>
              <a:t>[</a:t>
            </a:r>
            <a:r>
              <a:rPr lang="en-US" altLang="ja-JP" sz="2000" b="1" i="1" dirty="0"/>
              <a:t>rad</a:t>
            </a:r>
            <a:r>
              <a:rPr lang="en-US" altLang="ja-JP" sz="2000" b="1" dirty="0"/>
              <a:t>]=</a:t>
            </a:r>
            <a:r>
              <a:rPr lang="ja-JP" altLang="en-US" sz="2000" b="1" dirty="0"/>
              <a:t>円の孤の長さ</a:t>
            </a:r>
            <a:r>
              <a:rPr lang="en-US" altLang="ja-JP" sz="2000" b="1" dirty="0"/>
              <a:t>(</a:t>
            </a:r>
            <a:r>
              <a:rPr lang="en-US" altLang="ja-JP" sz="2000" b="1" i="1" dirty="0"/>
              <a:t>L</a:t>
            </a:r>
            <a:r>
              <a:rPr lang="en-US" altLang="ja-JP" sz="2000" b="1" dirty="0"/>
              <a:t>)÷</a:t>
            </a:r>
            <a:r>
              <a:rPr lang="ja-JP" altLang="en-US" sz="2000" b="1" dirty="0"/>
              <a:t>円の半径</a:t>
            </a:r>
            <a:r>
              <a:rPr lang="en-US" altLang="ja-JP" sz="2000" b="1" dirty="0"/>
              <a:t>(</a:t>
            </a:r>
            <a:r>
              <a:rPr lang="en-US" altLang="ja-JP" sz="2000" b="1" i="1" dirty="0"/>
              <a:t>R</a:t>
            </a:r>
            <a:r>
              <a:rPr lang="en-US" altLang="ja-JP" sz="2000" b="1" dirty="0"/>
              <a:t>)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85A5DB9-31D8-B9D9-6B0D-1FF88BBB999D}"/>
              </a:ext>
            </a:extLst>
          </p:cNvPr>
          <p:cNvSpPr txBox="1"/>
          <p:nvPr/>
        </p:nvSpPr>
        <p:spPr>
          <a:xfrm>
            <a:off x="419100" y="190103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ラジアンは以下で定義される。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C31D05C-56A6-9BFF-B98D-2679EAAA9AFD}"/>
              </a:ext>
            </a:extLst>
          </p:cNvPr>
          <p:cNvSpPr txBox="1"/>
          <p:nvPr/>
        </p:nvSpPr>
        <p:spPr>
          <a:xfrm>
            <a:off x="6324937" y="26670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円周率</a:t>
            </a:r>
            <a:endParaRPr lang="en-US" altLang="ja-JP" sz="32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390214-3E1E-2D18-BF68-1386B948BC65}"/>
              </a:ext>
            </a:extLst>
          </p:cNvPr>
          <p:cNvSpPr txBox="1"/>
          <p:nvPr/>
        </p:nvSpPr>
        <p:spPr>
          <a:xfrm>
            <a:off x="6377057" y="936577"/>
            <a:ext cx="4262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円周率は</a:t>
            </a:r>
            <a:r>
              <a:rPr lang="ja-JP" altLang="en-US" b="1" dirty="0"/>
              <a:t>弧度法で表した</a:t>
            </a:r>
            <a:r>
              <a:rPr lang="en-US" altLang="ja-JP" b="1" dirty="0"/>
              <a:t>180</a:t>
            </a:r>
            <a:r>
              <a:rPr lang="ja-JP" altLang="en-US" b="1" dirty="0"/>
              <a:t>度</a:t>
            </a:r>
            <a:r>
              <a:rPr lang="ja-JP" altLang="en-US" dirty="0"/>
              <a:t>であり、</a:t>
            </a:r>
            <a:endParaRPr lang="en-US" altLang="ja-JP" dirty="0"/>
          </a:p>
          <a:p>
            <a:r>
              <a:rPr lang="en-US" altLang="ja-JP" dirty="0"/>
              <a:t>π(</a:t>
            </a:r>
            <a:r>
              <a:rPr lang="ja-JP" altLang="en-US" dirty="0"/>
              <a:t>パイ</a:t>
            </a:r>
            <a:r>
              <a:rPr lang="en-US" altLang="ja-JP" dirty="0"/>
              <a:t>)</a:t>
            </a:r>
            <a:r>
              <a:rPr lang="ja-JP" altLang="en-US" dirty="0"/>
              <a:t>と記述する。</a:t>
            </a:r>
            <a:endParaRPr kumimoji="1" lang="en-US" altLang="ja-JP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5216EFB-C4DC-0952-8369-856EFBAE7CA3}"/>
              </a:ext>
            </a:extLst>
          </p:cNvPr>
          <p:cNvSpPr txBox="1"/>
          <p:nvPr/>
        </p:nvSpPr>
        <p:spPr>
          <a:xfrm>
            <a:off x="6324937" y="3132298"/>
            <a:ext cx="503535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800" b="1" dirty="0"/>
              <a:t>円周の長さ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直径∗</a:t>
            </a:r>
            <a:r>
              <a:rPr lang="en-US" altLang="ja-JP" sz="2800" b="1" dirty="0"/>
              <a:t>3.14...</a:t>
            </a:r>
          </a:p>
          <a:p>
            <a:r>
              <a:rPr lang="ja-JP" altLang="en-US" sz="2800" b="1" dirty="0"/>
              <a:t>円の面積　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半径∗半径∗</a:t>
            </a:r>
            <a:r>
              <a:rPr lang="en-US" altLang="ja-JP" sz="2800" b="1" dirty="0"/>
              <a:t>3.14...</a:t>
            </a:r>
            <a:endParaRPr kumimoji="1" lang="ja-JP" altLang="en-US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D33CCDC-7DB8-D3C1-404E-C4A56BFB7980}"/>
              </a:ext>
            </a:extLst>
          </p:cNvPr>
          <p:cNvSpPr txBox="1"/>
          <p:nvPr/>
        </p:nvSpPr>
        <p:spPr>
          <a:xfrm>
            <a:off x="6324937" y="1901031"/>
            <a:ext cx="507222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altLang="ja-JP" sz="2400" b="1" i="1" dirty="0"/>
              <a:t>π</a:t>
            </a:r>
            <a:r>
              <a:rPr lang="nn-NO" altLang="ja-JP" sz="2400" b="1" dirty="0"/>
              <a:t>[</a:t>
            </a:r>
            <a:r>
              <a:rPr lang="nn-NO" altLang="ja-JP" sz="2400" b="1" i="1" dirty="0"/>
              <a:t>rad</a:t>
            </a:r>
            <a:r>
              <a:rPr lang="nn-NO" altLang="ja-JP" sz="2400" b="1" dirty="0"/>
              <a:t>]=180</a:t>
            </a:r>
            <a:r>
              <a:rPr lang="ja-JP" altLang="nn-NO" sz="2400" b="1" dirty="0"/>
              <a:t>度</a:t>
            </a:r>
            <a:r>
              <a:rPr lang="nn-NO" altLang="ja-JP" sz="2400" b="1" dirty="0"/>
              <a:t>=3.14159265359....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4CD7D45-2024-87B2-3E87-7B180E582CE2}"/>
              </a:ext>
            </a:extLst>
          </p:cNvPr>
          <p:cNvSpPr txBox="1"/>
          <p:nvPr/>
        </p:nvSpPr>
        <p:spPr>
          <a:xfrm>
            <a:off x="6324936" y="4991100"/>
            <a:ext cx="503535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800" b="1" dirty="0"/>
              <a:t>円周の長さ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直径∗</a:t>
            </a:r>
            <a:r>
              <a:rPr lang="en-US" altLang="ja-JP" sz="2800" b="1" dirty="0"/>
              <a:t>3.14...</a:t>
            </a:r>
          </a:p>
          <a:p>
            <a:r>
              <a:rPr lang="ja-JP" altLang="en-US" sz="2800" b="1" dirty="0"/>
              <a:t>円の面積　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半径∗半径∗</a:t>
            </a:r>
            <a:r>
              <a:rPr lang="en-US" altLang="ja-JP" sz="2800" b="1" dirty="0"/>
              <a:t>3.14...</a:t>
            </a:r>
            <a:endParaRPr kumimoji="1" lang="ja-JP" altLang="en-US" sz="2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C7D729B-7116-F9B8-00D8-FD2A9519ECDA}"/>
              </a:ext>
            </a:extLst>
          </p:cNvPr>
          <p:cNvSpPr txBox="1"/>
          <p:nvPr/>
        </p:nvSpPr>
        <p:spPr>
          <a:xfrm>
            <a:off x="6324937" y="2496153"/>
            <a:ext cx="53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円周率で、円の円周や面積を出すことが出来る。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AF9D358-5922-4812-F0C0-B54FD4C93E1D}"/>
              </a:ext>
            </a:extLst>
          </p:cNvPr>
          <p:cNvSpPr txBox="1"/>
          <p:nvPr/>
        </p:nvSpPr>
        <p:spPr>
          <a:xfrm>
            <a:off x="6324936" y="4353218"/>
            <a:ext cx="53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これを</a:t>
            </a:r>
            <a:r>
              <a:rPr lang="en-US" altLang="ja-JP" dirty="0"/>
              <a:t>π</a:t>
            </a:r>
            <a:r>
              <a:rPr lang="ja-JP" altLang="en-US" dirty="0"/>
              <a:t>で表すと、</a:t>
            </a:r>
          </a:p>
        </p:txBody>
      </p:sp>
    </p:spTree>
    <p:extLst>
      <p:ext uri="{BB962C8B-B14F-4D97-AF65-F5344CB8AC3E}">
        <p14:creationId xmlns:p14="http://schemas.microsoft.com/office/powerpoint/2010/main" val="143463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7213-2483-D66C-F008-A28C2ED5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A003D31-0CB8-6658-908D-31F692BFDA9A}"/>
              </a:ext>
            </a:extLst>
          </p:cNvPr>
          <p:cNvSpPr txBox="1"/>
          <p:nvPr/>
        </p:nvSpPr>
        <p:spPr>
          <a:xfrm>
            <a:off x="419100" y="26670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角度ではなく</a:t>
            </a:r>
            <a:r>
              <a:rPr kumimoji="1" lang="en-US" altLang="ja-JP" sz="3200" b="1" u="sng" dirty="0"/>
              <a:t>π</a:t>
            </a:r>
            <a:r>
              <a:rPr kumimoji="1" lang="ja-JP" altLang="en-US" sz="3200" b="1" u="sng" dirty="0"/>
              <a:t>を用いる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BBEB6C22-0215-746D-1960-6BCEF00A1EB7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35E73411-5436-8C84-2E3C-A895A5542223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5B01CD6-60D2-58DF-E1B3-4E96035F92D1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684906BD-BCC6-43F4-210D-DBE90160764F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64BD14F1-1A41-75B6-5710-BC2E5EC1D5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94" y="1058029"/>
            <a:ext cx="7122610" cy="268489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864B240-C539-C44B-ADEF-1C2F995C83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878" y="3321277"/>
            <a:ext cx="7961993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71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134A-A543-2948-D98E-EAF28BBB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5AF66E7-4192-E4A0-EE44-2D83EB856B9E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ラジアン</a:t>
            </a:r>
            <a:r>
              <a:rPr kumimoji="1" lang="ja-JP" altLang="en-US" sz="3200" b="1" u="sng" dirty="0"/>
              <a:t>：演習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E858F8F-C254-A059-5041-C718114FDEEB}"/>
                  </a:ext>
                </a:extLst>
              </p:cNvPr>
              <p:cNvSpPr txBox="1"/>
              <p:nvPr/>
            </p:nvSpPr>
            <p:spPr>
              <a:xfrm>
                <a:off x="652316" y="1515957"/>
                <a:ext cx="1548886" cy="23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sz="24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E858F8F-C254-A059-5041-C718114FD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16" y="1515957"/>
                <a:ext cx="1548886" cy="2300438"/>
              </a:xfrm>
              <a:prstGeom prst="rect">
                <a:avLst/>
              </a:prstGeom>
              <a:blipFill>
                <a:blip r:embed="rId2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D307AA0-EACD-30BF-8A7B-E6A39F7DEB12}"/>
                  </a:ext>
                </a:extLst>
              </p:cNvPr>
              <p:cNvSpPr txBox="1"/>
              <p:nvPr/>
            </p:nvSpPr>
            <p:spPr>
              <a:xfrm>
                <a:off x="3065978" y="1537886"/>
                <a:ext cx="1547283" cy="2278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D307AA0-EACD-30BF-8A7B-E6A39F7DE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978" y="1537886"/>
                <a:ext cx="1547283" cy="2278509"/>
              </a:xfrm>
              <a:prstGeom prst="rect">
                <a:avLst/>
              </a:prstGeom>
              <a:blipFill>
                <a:blip r:embed="rId3"/>
                <a:stretch>
                  <a:fillRect l="-35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BA99F2-07C4-3301-204C-182BEF6EF8A0}"/>
                  </a:ext>
                </a:extLst>
              </p:cNvPr>
              <p:cNvSpPr txBox="1"/>
              <p:nvPr/>
            </p:nvSpPr>
            <p:spPr>
              <a:xfrm>
                <a:off x="1898753" y="4300661"/>
                <a:ext cx="1528880" cy="2058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ja-JP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ja-JP" alt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BA99F2-07C4-3301-204C-182BEF6E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53" y="4300661"/>
                <a:ext cx="1528880" cy="2058512"/>
              </a:xfrm>
              <a:prstGeom prst="rect">
                <a:avLst/>
              </a:prstGeom>
              <a:blipFill>
                <a:blip r:embed="rId4"/>
                <a:stretch>
                  <a:fillRect l="-3187" b="-38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918220-02B4-F655-50F2-BEA5BFD2E11A}"/>
                  </a:ext>
                </a:extLst>
              </p:cNvPr>
              <p:cNvSpPr txBox="1"/>
              <p:nvPr/>
            </p:nvSpPr>
            <p:spPr>
              <a:xfrm>
                <a:off x="7003690" y="925924"/>
                <a:ext cx="3581558" cy="6119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/>
                  <a:t>斜辺の長さが</a:t>
                </a:r>
                <a:r>
                  <a:rPr kumimoji="1" lang="en-US" altLang="ja-JP" sz="1400" dirty="0"/>
                  <a:t>8m</a:t>
                </a:r>
                <a:r>
                  <a:rPr kumimoji="1" lang="ja-JP" altLang="en-US" sz="1400" dirty="0"/>
                  <a:t>であり、</a:t>
                </a:r>
                <a:endParaRPr kumimoji="1" lang="en-US" altLang="ja-JP" sz="1400" dirty="0"/>
              </a:p>
              <a:p>
                <a:r>
                  <a:rPr kumimoji="1" lang="en-US" altLang="ja-JP" sz="1400" dirty="0"/>
                  <a:t>θ=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ja-JP" altLang="en-US" sz="140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ja-JP" alt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sz="1400" dirty="0"/>
                  <a:t>の直角三角形の底と高さを求めよ。</a:t>
                </a:r>
                <a:endParaRPr kumimoji="1" lang="ja-JP" altLang="en-US" sz="16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918220-02B4-F655-50F2-BEA5BFD2E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690" y="925924"/>
                <a:ext cx="3581558" cy="611962"/>
              </a:xfrm>
              <a:prstGeom prst="rect">
                <a:avLst/>
              </a:prstGeom>
              <a:blipFill>
                <a:blip r:embed="rId5"/>
                <a:stretch>
                  <a:fillRect l="-511" t="-2000" b="-3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直角三角形 5">
            <a:extLst>
              <a:ext uri="{FF2B5EF4-FFF2-40B4-BE49-F238E27FC236}">
                <a16:creationId xmlns:a16="http://schemas.microsoft.com/office/drawing/2014/main" id="{3D402A47-4DC0-5D19-1DBC-A7C05D6EAB2B}"/>
              </a:ext>
            </a:extLst>
          </p:cNvPr>
          <p:cNvSpPr/>
          <p:nvPr/>
        </p:nvSpPr>
        <p:spPr>
          <a:xfrm>
            <a:off x="7155988" y="1700289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C86791-B663-6589-A059-5EEF6B18E675}"/>
                  </a:ext>
                </a:extLst>
              </p:cNvPr>
              <p:cNvSpPr txBox="1"/>
              <p:nvPr/>
            </p:nvSpPr>
            <p:spPr>
              <a:xfrm>
                <a:off x="8028664" y="2005657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C86791-B663-6589-A059-5EEF6B18E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664" y="2005657"/>
                <a:ext cx="384175" cy="184666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DBD23511-D667-DE65-BCBA-C3A5695FF681}"/>
                  </a:ext>
                </a:extLst>
              </p14:cNvPr>
              <p14:cNvContentPartPr/>
              <p14:nvPr/>
            </p14:nvContentPartPr>
            <p14:xfrm>
              <a:off x="9023978" y="2733798"/>
              <a:ext cx="58320" cy="283680"/>
            </p14:xfrm>
          </p:contentPart>
        </mc:Choice>
        <mc:Fallback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DBD23511-D667-DE65-BCBA-C3A5695FF68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17858" y="2727678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A429AAA-E2B7-3795-1F8D-E482114B1170}"/>
              </a:ext>
            </a:extLst>
          </p:cNvPr>
          <p:cNvGrpSpPr/>
          <p:nvPr/>
        </p:nvGrpSpPr>
        <p:grpSpPr>
          <a:xfrm>
            <a:off x="8331338" y="2599158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1FD7DD37-A6B8-05CC-0163-7951EF11D537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956A52D1-93A4-3C16-96EB-3F45451F9C9D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6E7C1D4-EB64-6A9A-F0DB-585BA5741CC7}"/>
                  </a:ext>
                </a:extLst>
              </p:cNvPr>
              <p:cNvSpPr txBox="1"/>
              <p:nvPr/>
            </p:nvSpPr>
            <p:spPr>
              <a:xfrm>
                <a:off x="7129804" y="3607285"/>
                <a:ext cx="3685753" cy="6222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/>
                  <a:t>斜辺の長さが</a:t>
                </a:r>
                <a:r>
                  <a:rPr lang="en-US" altLang="ja-JP" sz="1400" dirty="0"/>
                  <a:t>4</a:t>
                </a:r>
                <a:r>
                  <a:rPr kumimoji="1" lang="en-US" altLang="ja-JP" sz="1400" dirty="0"/>
                  <a:t>m</a:t>
                </a:r>
                <a:r>
                  <a:rPr kumimoji="1" lang="ja-JP" altLang="en-US" sz="1400" dirty="0"/>
                  <a:t>であり、</a:t>
                </a:r>
                <a:endParaRPr kumimoji="1" lang="en-US" altLang="ja-JP" sz="1400" dirty="0"/>
              </a:p>
              <a:p>
                <a:r>
                  <a:rPr kumimoji="1" lang="en-US" altLang="ja-JP" sz="1400" dirty="0"/>
                  <a:t>θ=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ja-JP" alt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sz="1400" dirty="0"/>
                  <a:t>の直角三角形の底と高さを求めよ。</a:t>
                </a:r>
                <a:endParaRPr kumimoji="1" lang="ja-JP" altLang="en-US" sz="1600" dirty="0"/>
              </a:p>
            </p:txBody>
          </p:sp>
        </mc:Choice>
        <mc:Fallback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6E7C1D4-EB64-6A9A-F0DB-585BA5741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804" y="3607285"/>
                <a:ext cx="3685753" cy="622222"/>
              </a:xfrm>
              <a:prstGeom prst="rect">
                <a:avLst/>
              </a:prstGeom>
              <a:blipFill>
                <a:blip r:embed="rId68"/>
                <a:stretch>
                  <a:fillRect l="-497" t="-1961" b="-9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BC0E0254-49D1-3398-17D3-3606B0BA27C7}"/>
              </a:ext>
            </a:extLst>
          </p:cNvPr>
          <p:cNvSpPr/>
          <p:nvPr/>
        </p:nvSpPr>
        <p:spPr>
          <a:xfrm>
            <a:off x="7299952" y="4583499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76FC9A-AC6D-0904-2C2F-C564E27A3676}"/>
                  </a:ext>
                </a:extLst>
              </p:cNvPr>
              <p:cNvSpPr txBox="1"/>
              <p:nvPr/>
            </p:nvSpPr>
            <p:spPr>
              <a:xfrm>
                <a:off x="8172628" y="4888867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76FC9A-AC6D-0904-2C2F-C564E27A3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628" y="4888867"/>
                <a:ext cx="384175" cy="184666"/>
              </a:xfrm>
              <a:prstGeom prst="rect">
                <a:avLst/>
              </a:prstGeom>
              <a:blipFill>
                <a:blip r:embed="rId6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94895CDD-CBDB-DC24-14D0-68E17D75D64A}"/>
                  </a:ext>
                </a:extLst>
              </p14:cNvPr>
              <p14:cNvContentPartPr/>
              <p14:nvPr/>
            </p14:nvContentPartPr>
            <p14:xfrm>
              <a:off x="9167942" y="5617008"/>
              <a:ext cx="58320" cy="283680"/>
            </p14:xfrm>
          </p:contentPart>
        </mc:Choice>
        <mc:Fallback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94895CDD-CBDB-DC24-14D0-68E17D75D6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61822" y="5610888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6C45FA7-CD73-2E3B-7171-0CE68E890AC7}"/>
              </a:ext>
            </a:extLst>
          </p:cNvPr>
          <p:cNvGrpSpPr/>
          <p:nvPr/>
        </p:nvGrpSpPr>
        <p:grpSpPr>
          <a:xfrm>
            <a:off x="8475302" y="5482368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91D60C1F-1852-538E-961D-0A79DEAEF9FE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299585F8-47D3-2722-65FE-BCD0F3159DF0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3059C7D-E6B9-331E-9094-6AC6DA2B617D}"/>
              </a:ext>
            </a:extLst>
          </p:cNvPr>
          <p:cNvSpPr txBox="1"/>
          <p:nvPr/>
        </p:nvSpPr>
        <p:spPr>
          <a:xfrm>
            <a:off x="652316" y="1111087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それぞれの</a:t>
            </a:r>
            <a:r>
              <a:rPr lang="en-US" altLang="ja-JP" dirty="0"/>
              <a:t>Θ</a:t>
            </a:r>
            <a:r>
              <a:rPr lang="ja-JP" altLang="en-US" dirty="0"/>
              <a:t>を</a:t>
            </a:r>
            <a:r>
              <a:rPr lang="en-US" altLang="ja-JP" dirty="0"/>
              <a:t>[rad]</a:t>
            </a:r>
            <a:r>
              <a:rPr lang="ja-JP" altLang="en-US" dirty="0"/>
              <a:t>で答えよ。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0430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ABF8-D27B-CA30-283A-934A6441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B8539C6F-EC8B-1458-C3BE-852EB8CF735C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単位円の三角比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CE34E64-0645-36CF-6333-25CF0245D9EE}"/>
              </a:ext>
            </a:extLst>
          </p:cNvPr>
          <p:cNvSpPr txBox="1"/>
          <p:nvPr/>
        </p:nvSpPr>
        <p:spPr>
          <a:xfrm>
            <a:off x="471220" y="936577"/>
            <a:ext cx="72378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三角比を用いて計算を行う際に、斜辺を</a:t>
            </a:r>
            <a:r>
              <a:rPr lang="en-US" altLang="ja-JP" dirty="0"/>
              <a:t>1</a:t>
            </a:r>
            <a:r>
              <a:rPr lang="ja-JP" altLang="en-US" dirty="0"/>
              <a:t>とした直角三角形が使う。</a:t>
            </a:r>
            <a:endParaRPr lang="en-US" altLang="ja-JP" dirty="0"/>
          </a:p>
          <a:p>
            <a:r>
              <a:rPr kumimoji="1" lang="ja-JP" altLang="en-US" dirty="0"/>
              <a:t>すると、さまざまな計算が簡易化され、</a:t>
            </a:r>
            <a:endParaRPr kumimoji="1" lang="en-US" altLang="ja-JP" dirty="0"/>
          </a:p>
          <a:p>
            <a:r>
              <a:rPr lang="ja-JP" altLang="en-US" dirty="0"/>
              <a:t>さらに</a:t>
            </a:r>
            <a:r>
              <a:rPr kumimoji="1" lang="ja-JP" altLang="en-US" dirty="0"/>
              <a:t>円を三角比で表せることが分かる。</a:t>
            </a:r>
            <a:endParaRPr kumimoji="1" lang="en-US" altLang="ja-JP" dirty="0"/>
          </a:p>
          <a:p>
            <a:r>
              <a:rPr lang="ja-JP" altLang="en-US" dirty="0"/>
              <a:t>これが</a:t>
            </a:r>
            <a:r>
              <a:rPr lang="ja-JP" altLang="en-US" b="1" u="sng" dirty="0"/>
              <a:t>単位円の三角比</a:t>
            </a:r>
            <a:r>
              <a:rPr lang="ja-JP" altLang="en-US" dirty="0"/>
              <a:t>である。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11F2E643-4E70-4C5A-4635-371F74A41C40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9EE5BA04-6A4E-1DB1-D69D-2C6BAAC242CA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46007F0-92F5-3685-8C30-51F23F75D33E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5D3E7493-0EC1-C510-B6A9-592B6ECAE457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47AC11F0-8C60-E42B-3842-0DD282960D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20" y="2524125"/>
            <a:ext cx="4953000" cy="406717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9A6B1D-38F3-2109-CFD4-6E79007A7040}"/>
              </a:ext>
            </a:extLst>
          </p:cNvPr>
          <p:cNvSpPr txBox="1"/>
          <p:nvPr/>
        </p:nvSpPr>
        <p:spPr>
          <a:xfrm>
            <a:off x="6305719" y="2721671"/>
            <a:ext cx="284232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ja-JP" sz="1800" b="1" dirty="0" err="1"/>
              <a:t>Cosθ</a:t>
            </a:r>
            <a:r>
              <a:rPr kumimoji="1" lang="ja-JP" altLang="en-US" sz="1800" b="1" dirty="0"/>
              <a:t>　：　</a:t>
            </a:r>
            <a:r>
              <a:rPr kumimoji="1" lang="en-US" altLang="ja-JP" sz="1800" b="1" dirty="0"/>
              <a:t>x</a:t>
            </a:r>
            <a:r>
              <a:rPr kumimoji="1" lang="ja-JP" altLang="en-US" sz="1800" b="1" dirty="0"/>
              <a:t>座標</a:t>
            </a:r>
            <a:endParaRPr kumimoji="1" lang="en-US" altLang="ja-JP" sz="1800" b="1" dirty="0"/>
          </a:p>
          <a:p>
            <a:r>
              <a:rPr kumimoji="1" lang="en-US" altLang="ja-JP" sz="1800" b="1" dirty="0" err="1"/>
              <a:t>Sinθ</a:t>
            </a:r>
            <a:r>
              <a:rPr kumimoji="1" lang="ja-JP" altLang="en-US" sz="1800" b="1" dirty="0"/>
              <a:t>　：　</a:t>
            </a:r>
            <a:r>
              <a:rPr kumimoji="1" lang="en-US" altLang="ja-JP" sz="1800" b="1" dirty="0"/>
              <a:t>y</a:t>
            </a:r>
            <a:r>
              <a:rPr kumimoji="1" lang="ja-JP" altLang="en-US" sz="1800" b="1" dirty="0"/>
              <a:t>座標</a:t>
            </a:r>
            <a:endParaRPr kumimoji="1" lang="en-US" altLang="ja-JP" sz="18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02CEF6-510A-02BE-A9B5-221B3B8B939E}"/>
              </a:ext>
            </a:extLst>
          </p:cNvPr>
          <p:cNvSpPr txBox="1"/>
          <p:nvPr/>
        </p:nvSpPr>
        <p:spPr>
          <a:xfrm>
            <a:off x="6266145" y="3700252"/>
            <a:ext cx="5386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よって以下の性質が求められる。</a:t>
            </a:r>
            <a:endParaRPr kumimoji="1" lang="en-US" altLang="ja-JP" dirty="0"/>
          </a:p>
          <a:p>
            <a:r>
              <a:rPr lang="en-US" altLang="ja-JP" dirty="0"/>
              <a:t>(※</a:t>
            </a:r>
            <a:r>
              <a:rPr lang="ja-JP" altLang="en-US" dirty="0"/>
              <a:t>比率が同じなので単位円でなくとも成り立つ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17460E-18C5-F408-0559-E58A963760D0}"/>
              </a:ext>
            </a:extLst>
          </p:cNvPr>
          <p:cNvSpPr txBox="1"/>
          <p:nvPr/>
        </p:nvSpPr>
        <p:spPr>
          <a:xfrm>
            <a:off x="6266145" y="2057341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単位円で考えると、以下であることが分かる。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EFFFE7C-0D1D-A489-0FA9-1F98537EAD8A}"/>
                  </a:ext>
                </a:extLst>
              </p:cNvPr>
              <p:cNvSpPr txBox="1"/>
              <p:nvPr/>
            </p:nvSpPr>
            <p:spPr>
              <a:xfrm>
                <a:off x="6305719" y="4641581"/>
                <a:ext cx="5524269" cy="8131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kumimoji="1" lang="ja-JP" alt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</m:fName>
                            <m: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kumimoji="1" lang="en-US" altLang="ja-JP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kumimoji="1" lang="ja-JP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ja-JP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EFFFE7C-0D1D-A489-0FA9-1F98537EA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719" y="4641581"/>
                <a:ext cx="5524269" cy="813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113811-0777-DFAA-943F-6EB5331340EE}"/>
              </a:ext>
            </a:extLst>
          </p:cNvPr>
          <p:cNvSpPr txBox="1"/>
          <p:nvPr/>
        </p:nvSpPr>
        <p:spPr>
          <a:xfrm>
            <a:off x="7463968" y="5866793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色々あるが、これさえ覚えておけば良い。</a:t>
            </a:r>
          </a:p>
        </p:txBody>
      </p:sp>
    </p:spTree>
    <p:extLst>
      <p:ext uri="{BB962C8B-B14F-4D97-AF65-F5344CB8AC3E}">
        <p14:creationId xmlns:p14="http://schemas.microsoft.com/office/powerpoint/2010/main" val="1188531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94C6C2BF-DC8A-5792-3804-A413EFBC4155}"/>
              </a:ext>
            </a:extLst>
          </p:cNvPr>
          <p:cNvSpPr/>
          <p:nvPr/>
        </p:nvSpPr>
        <p:spPr>
          <a:xfrm>
            <a:off x="6256401" y="1658404"/>
            <a:ext cx="5676900" cy="47239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0">
                <a:extLst>
                  <a:ext uri="{FF2B5EF4-FFF2-40B4-BE49-F238E27FC236}">
                    <a16:creationId xmlns:a16="http://schemas.microsoft.com/office/drawing/2014/main" id="{7EF61B96-82A1-B6D3-2016-7736EA1A269D}"/>
                  </a:ext>
                </a:extLst>
              </p:cNvPr>
              <p:cNvSpPr txBox="1"/>
              <p:nvPr/>
            </p:nvSpPr>
            <p:spPr>
              <a:xfrm>
                <a:off x="6553741" y="2481239"/>
                <a:ext cx="5132079" cy="53687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05"/>
                  </a:spcBef>
                  <a:tabLst>
                    <a:tab pos="539115" algn="l"/>
                  </a:tabLst>
                </a:pPr>
                <a:r>
                  <a:rPr lang="en-US" sz="1600" spc="-10" dirty="0">
                    <a:latin typeface="Cambria Math"/>
                    <a:cs typeface="Cambria Math"/>
                  </a:rPr>
                  <a:t>(1)</a:t>
                </a:r>
                <a:r>
                  <a:rPr lang="ja-JP" altLang="en-US" sz="1600" spc="-10" dirty="0">
                    <a:latin typeface="Cambria Math"/>
                    <a:cs typeface="Cambria Math"/>
                  </a:rPr>
                  <a:t>　</a:t>
                </a:r>
                <a:r>
                  <a:rPr sz="1600" spc="-10" dirty="0">
                    <a:latin typeface="Cambria Math"/>
                    <a:cs typeface="Cambria Math"/>
                  </a:rPr>
                  <a:t>sin</a:t>
                </a:r>
                <a:r>
                  <a:rPr sz="1600" spc="-6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30" dirty="0">
                    <a:latin typeface="Cambria Math"/>
                    <a:cs typeface="Cambria Math"/>
                  </a:rPr>
                  <a:t> </a:t>
                </a:r>
                <a:r>
                  <a:rPr lang="en-US" altLang="ja-JP" sz="1600" spc="3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400" spc="3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spc="3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en-US" sz="2400" i="0" spc="3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ja-JP" altLang="en-US" sz="1600" spc="30" dirty="0">
                    <a:latin typeface="Cambria Math"/>
                    <a:cs typeface="Cambria Math"/>
                  </a:rPr>
                  <a:t>　</a:t>
                </a:r>
                <a:r>
                  <a:rPr sz="1600" spc="-80" dirty="0">
                    <a:latin typeface="ＭＳ 明朝"/>
                    <a:cs typeface="ＭＳ 明朝"/>
                  </a:rPr>
                  <a:t>のとき， </a:t>
                </a:r>
                <a:r>
                  <a:rPr sz="1600" dirty="0">
                    <a:latin typeface="Cambria Math"/>
                    <a:cs typeface="Cambria Math"/>
                  </a:rPr>
                  <a:t>cos</a:t>
                </a:r>
                <a:r>
                  <a:rPr sz="1600" spc="-70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-30" dirty="0">
                    <a:latin typeface="Cambria Math"/>
                    <a:cs typeface="Cambria Math"/>
                  </a:rPr>
                  <a:t> </a:t>
                </a:r>
                <a:r>
                  <a:rPr sz="1600" spc="180" dirty="0">
                    <a:latin typeface="ＭＳ 明朝"/>
                    <a:cs typeface="ＭＳ 明朝"/>
                  </a:rPr>
                  <a:t>と</a:t>
                </a:r>
                <a:r>
                  <a:rPr sz="1600" spc="-10" dirty="0">
                    <a:latin typeface="Cambria Math"/>
                    <a:cs typeface="Cambria Math"/>
                  </a:rPr>
                  <a:t>tan</a:t>
                </a:r>
                <a:r>
                  <a:rPr sz="1600" spc="-7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-15" dirty="0">
                    <a:latin typeface="Cambria Math"/>
                    <a:cs typeface="Cambria Math"/>
                  </a:rPr>
                  <a:t> </a:t>
                </a:r>
                <a:r>
                  <a:rPr sz="1600" spc="-20" dirty="0">
                    <a:latin typeface="ＭＳ 明朝"/>
                    <a:cs typeface="ＭＳ 明朝"/>
                  </a:rPr>
                  <a:t>の値を求めよ。</a:t>
                </a:r>
                <a:endParaRPr sz="1600" dirty="0">
                  <a:latin typeface="ＭＳ 明朝"/>
                  <a:cs typeface="ＭＳ 明朝"/>
                </a:endParaRPr>
              </a:p>
            </p:txBody>
          </p:sp>
        </mc:Choice>
        <mc:Fallback>
          <p:sp>
            <p:nvSpPr>
              <p:cNvPr id="7" name="object 70">
                <a:extLst>
                  <a:ext uri="{FF2B5EF4-FFF2-40B4-BE49-F238E27FC236}">
                    <a16:creationId xmlns:a16="http://schemas.microsoft.com/office/drawing/2014/main" id="{7EF61B96-82A1-B6D3-2016-7736EA1A2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741" y="2481239"/>
                <a:ext cx="5132079" cy="536878"/>
              </a:xfrm>
              <a:prstGeom prst="rect">
                <a:avLst/>
              </a:prstGeom>
              <a:blipFill>
                <a:blip r:embed="rId2"/>
                <a:stretch>
                  <a:fillRect l="-2375" b="-2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71">
            <a:extLst>
              <a:ext uri="{FF2B5EF4-FFF2-40B4-BE49-F238E27FC236}">
                <a16:creationId xmlns:a16="http://schemas.microsoft.com/office/drawing/2014/main" id="{0D8420A9-F5CA-75D8-17DB-2447A0FDB6D1}"/>
              </a:ext>
            </a:extLst>
          </p:cNvPr>
          <p:cNvSpPr txBox="1"/>
          <p:nvPr/>
        </p:nvSpPr>
        <p:spPr>
          <a:xfrm>
            <a:off x="6553741" y="4397133"/>
            <a:ext cx="5285502" cy="3494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  <a:tabLst>
                <a:tab pos="339725" algn="l"/>
              </a:tabLst>
            </a:pPr>
            <a:r>
              <a:rPr sz="2400" spc="-37" baseline="2645" dirty="0">
                <a:latin typeface="Cambria Math"/>
                <a:cs typeface="Cambria Math"/>
              </a:rPr>
              <a:t>(</a:t>
            </a:r>
            <a:r>
              <a:rPr lang="en-US" sz="2400" spc="-37" baseline="2645" dirty="0">
                <a:latin typeface="Cambria Math"/>
                <a:cs typeface="Cambria Math"/>
              </a:rPr>
              <a:t>3</a:t>
            </a:r>
            <a:r>
              <a:rPr sz="2400" spc="-37" baseline="2645" dirty="0">
                <a:latin typeface="Cambria Math"/>
                <a:cs typeface="Cambria Math"/>
              </a:rPr>
              <a:t>)</a:t>
            </a:r>
            <a:r>
              <a:rPr lang="en-US" sz="2400" spc="-37" baseline="2645" dirty="0">
                <a:latin typeface="Cambria Math"/>
                <a:cs typeface="Cambria Math"/>
              </a:rPr>
              <a:t>     </a:t>
            </a:r>
            <a:r>
              <a:rPr sz="1600" spc="-10" dirty="0">
                <a:latin typeface="Cambria Math"/>
                <a:cs typeface="Cambria Math"/>
              </a:rPr>
              <a:t>tan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50" dirty="0">
                <a:latin typeface="Cambria Math"/>
                <a:cs typeface="Cambria Math"/>
              </a:rPr>
              <a:t> = </a:t>
            </a:r>
            <a:r>
              <a:rPr sz="1600" dirty="0">
                <a:latin typeface="Cambria Math"/>
                <a:cs typeface="Cambria Math"/>
              </a:rPr>
              <a:t>−2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600" spc="-85" dirty="0">
                <a:latin typeface="ＭＳ 明朝"/>
                <a:cs typeface="ＭＳ 明朝"/>
              </a:rPr>
              <a:t>のとき， </a:t>
            </a:r>
            <a:r>
              <a:rPr sz="1600" spc="-10" dirty="0">
                <a:latin typeface="Cambria Math"/>
                <a:cs typeface="Cambria Math"/>
              </a:rPr>
              <a:t>sin</a:t>
            </a:r>
            <a:r>
              <a:rPr sz="1600" spc="-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165" dirty="0">
                <a:latin typeface="ＭＳ 明朝"/>
                <a:cs typeface="ＭＳ 明朝"/>
              </a:rPr>
              <a:t>と</a:t>
            </a:r>
            <a:r>
              <a:rPr sz="1600" dirty="0">
                <a:latin typeface="Cambria Math"/>
                <a:cs typeface="Cambria Math"/>
              </a:rPr>
              <a:t>cos</a:t>
            </a:r>
            <a:r>
              <a:rPr sz="1600" spc="-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ＭＳ 明朝"/>
                <a:cs typeface="ＭＳ 明朝"/>
              </a:rPr>
              <a:t>の値を求めよ。</a:t>
            </a:r>
            <a:endParaRPr sz="1600" dirty="0">
              <a:latin typeface="ＭＳ 明朝"/>
              <a:cs typeface="ＭＳ 明朝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4CDC499-5B7A-8EB2-D38B-7CE3D267C682}"/>
              </a:ext>
            </a:extLst>
          </p:cNvPr>
          <p:cNvSpPr txBox="1"/>
          <p:nvPr/>
        </p:nvSpPr>
        <p:spPr>
          <a:xfrm>
            <a:off x="561407" y="1053152"/>
            <a:ext cx="6096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sz="2400" dirty="0"/>
              <a:t>0 ≦θ≦</a:t>
            </a:r>
            <a:r>
              <a:rPr lang="en-US" altLang="ja-JP" sz="2400" dirty="0"/>
              <a:t>π</a:t>
            </a:r>
            <a:r>
              <a:rPr lang="el-GR" altLang="ja-JP" sz="2400" dirty="0"/>
              <a:t> </a:t>
            </a:r>
            <a:r>
              <a:rPr lang="ja-JP" altLang="en-US" sz="2400" dirty="0"/>
              <a:t>とする。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8D1CF196-0753-C9AC-1296-ACD48DDFDF24}"/>
              </a:ext>
            </a:extLst>
          </p:cNvPr>
          <p:cNvSpPr txBox="1"/>
          <p:nvPr/>
        </p:nvSpPr>
        <p:spPr>
          <a:xfrm>
            <a:off x="419100" y="26670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単位円の三角比：演習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object 70">
                <a:extLst>
                  <a:ext uri="{FF2B5EF4-FFF2-40B4-BE49-F238E27FC236}">
                    <a16:creationId xmlns:a16="http://schemas.microsoft.com/office/drawing/2014/main" id="{B93806F5-244E-9EAA-2437-DFEF566047BE}"/>
                  </a:ext>
                </a:extLst>
              </p:cNvPr>
              <p:cNvSpPr txBox="1"/>
              <p:nvPr/>
            </p:nvSpPr>
            <p:spPr>
              <a:xfrm>
                <a:off x="6553741" y="3436268"/>
                <a:ext cx="5132079" cy="53501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05"/>
                  </a:spcBef>
                  <a:tabLst>
                    <a:tab pos="539115" algn="l"/>
                  </a:tabLst>
                </a:pPr>
                <a:r>
                  <a:rPr lang="en-US" altLang="ja-JP" sz="1600" spc="-10" dirty="0">
                    <a:latin typeface="Cambria Math"/>
                    <a:cs typeface="Cambria Math"/>
                  </a:rPr>
                  <a:t>(2)</a:t>
                </a:r>
                <a:r>
                  <a:rPr lang="ja-JP" altLang="en-US" sz="1600" spc="-10" dirty="0">
                    <a:latin typeface="Cambria Math"/>
                    <a:cs typeface="Cambria Math"/>
                  </a:rPr>
                  <a:t>　</a:t>
                </a:r>
                <a:r>
                  <a:rPr lang="en-US" altLang="ja-JP" sz="1600" spc="-10" dirty="0">
                    <a:latin typeface="Cambria Math"/>
                    <a:cs typeface="Cambria Math"/>
                  </a:rPr>
                  <a:t>cos</a:t>
                </a:r>
                <a:r>
                  <a:rPr lang="ja-JP" altLang="en-US" sz="1600" spc="-6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30" dirty="0">
                    <a:latin typeface="Cambria Math"/>
                    <a:cs typeface="Cambria Math"/>
                  </a:rPr>
                  <a:t> </a:t>
                </a:r>
                <a:r>
                  <a:rPr lang="en-US" altLang="ja-JP" sz="1600" spc="3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400" spc="3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spc="3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0" spc="3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ja-JP" altLang="en-US" sz="1600" spc="30" dirty="0">
                    <a:latin typeface="Cambria Math"/>
                    <a:cs typeface="Cambria Math"/>
                  </a:rPr>
                  <a:t>　</a:t>
                </a:r>
                <a:r>
                  <a:rPr lang="ja-JP" altLang="en-US" sz="1600" spc="-80" dirty="0">
                    <a:latin typeface="ＭＳ 明朝"/>
                    <a:cs typeface="ＭＳ 明朝"/>
                  </a:rPr>
                  <a:t>のとき， </a:t>
                </a:r>
                <a:r>
                  <a:rPr lang="en-US" altLang="ja-JP" sz="1600" dirty="0">
                    <a:latin typeface="Cambria Math"/>
                    <a:cs typeface="ＭＳ 明朝"/>
                  </a:rPr>
                  <a:t>sin</a:t>
                </a:r>
                <a:r>
                  <a:rPr lang="ja-JP" altLang="en-US" sz="1600" spc="-70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-30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spc="180" dirty="0">
                    <a:latin typeface="ＭＳ 明朝"/>
                    <a:cs typeface="ＭＳ 明朝"/>
                  </a:rPr>
                  <a:t>と</a:t>
                </a:r>
                <a:r>
                  <a:rPr lang="en-US" altLang="ja-JP" sz="1600" spc="-10" dirty="0">
                    <a:latin typeface="Cambria Math"/>
                    <a:cs typeface="Cambria Math"/>
                  </a:rPr>
                  <a:t>tan</a:t>
                </a:r>
                <a:r>
                  <a:rPr lang="ja-JP" altLang="en-US" sz="1600" spc="-7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-1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spc="-20" dirty="0">
                    <a:latin typeface="ＭＳ 明朝"/>
                    <a:cs typeface="ＭＳ 明朝"/>
                  </a:rPr>
                  <a:t>の値を求めよ。</a:t>
                </a:r>
                <a:endParaRPr sz="1600" dirty="0">
                  <a:latin typeface="ＭＳ 明朝"/>
                  <a:cs typeface="ＭＳ 明朝"/>
                </a:endParaRPr>
              </a:p>
            </p:txBody>
          </p:sp>
        </mc:Choice>
        <mc:Fallback>
          <p:sp>
            <p:nvSpPr>
              <p:cNvPr id="74" name="object 70">
                <a:extLst>
                  <a:ext uri="{FF2B5EF4-FFF2-40B4-BE49-F238E27FC236}">
                    <a16:creationId xmlns:a16="http://schemas.microsoft.com/office/drawing/2014/main" id="{B93806F5-244E-9EAA-2437-DFEF56604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741" y="3436268"/>
                <a:ext cx="5132079" cy="535018"/>
              </a:xfrm>
              <a:prstGeom prst="rect">
                <a:avLst/>
              </a:prstGeom>
              <a:blipFill>
                <a:blip r:embed="rId3"/>
                <a:stretch>
                  <a:fillRect l="-2375" b="-45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object 22">
            <a:extLst>
              <a:ext uri="{FF2B5EF4-FFF2-40B4-BE49-F238E27FC236}">
                <a16:creationId xmlns:a16="http://schemas.microsoft.com/office/drawing/2014/main" id="{F0407DC8-5529-E2D0-4A57-49E84E302DBC}"/>
              </a:ext>
            </a:extLst>
          </p:cNvPr>
          <p:cNvSpPr txBox="1"/>
          <p:nvPr/>
        </p:nvSpPr>
        <p:spPr>
          <a:xfrm>
            <a:off x="4730528" y="3320918"/>
            <a:ext cx="1473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1" name="object 23">
            <a:extLst>
              <a:ext uri="{FF2B5EF4-FFF2-40B4-BE49-F238E27FC236}">
                <a16:creationId xmlns:a16="http://schemas.microsoft.com/office/drawing/2014/main" id="{8645C71F-2F80-C95B-46F7-58B9435BFC00}"/>
              </a:ext>
            </a:extLst>
          </p:cNvPr>
          <p:cNvSpPr txBox="1"/>
          <p:nvPr/>
        </p:nvSpPr>
        <p:spPr>
          <a:xfrm>
            <a:off x="5038376" y="3295010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2" name="object 24">
            <a:extLst>
              <a:ext uri="{FF2B5EF4-FFF2-40B4-BE49-F238E27FC236}">
                <a16:creationId xmlns:a16="http://schemas.microsoft.com/office/drawing/2014/main" id="{C4423AE0-44AD-DB17-6C96-FFBF644F6DD6}"/>
              </a:ext>
            </a:extLst>
          </p:cNvPr>
          <p:cNvGrpSpPr/>
          <p:nvPr/>
        </p:nvGrpSpPr>
        <p:grpSpPr>
          <a:xfrm>
            <a:off x="3609880" y="2513312"/>
            <a:ext cx="1440180" cy="1080135"/>
            <a:chOff x="1371561" y="4521124"/>
            <a:chExt cx="1440180" cy="1080135"/>
          </a:xfrm>
        </p:grpSpPr>
        <p:sp>
          <p:nvSpPr>
            <p:cNvPr id="83" name="object 25">
              <a:extLst>
                <a:ext uri="{FF2B5EF4-FFF2-40B4-BE49-F238E27FC236}">
                  <a16:creationId xmlns:a16="http://schemas.microsoft.com/office/drawing/2014/main" id="{901A0561-E1E1-3D0A-ABF4-98B325970CB3}"/>
                </a:ext>
              </a:extLst>
            </p:cNvPr>
            <p:cNvSpPr/>
            <p:nvPr/>
          </p:nvSpPr>
          <p:spPr>
            <a:xfrm>
              <a:off x="1371561" y="531119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80" h="76200">
                  <a:moveTo>
                    <a:pt x="1363853" y="0"/>
                  </a:moveTo>
                  <a:lnTo>
                    <a:pt x="1363853" y="76200"/>
                  </a:lnTo>
                  <a:lnTo>
                    <a:pt x="1433703" y="41275"/>
                  </a:lnTo>
                  <a:lnTo>
                    <a:pt x="1376553" y="41275"/>
                  </a:lnTo>
                  <a:lnTo>
                    <a:pt x="1376553" y="34925"/>
                  </a:lnTo>
                  <a:lnTo>
                    <a:pt x="1433703" y="34925"/>
                  </a:lnTo>
                  <a:lnTo>
                    <a:pt x="1363853" y="0"/>
                  </a:lnTo>
                  <a:close/>
                </a:path>
                <a:path w="1440180" h="76200">
                  <a:moveTo>
                    <a:pt x="1363853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853" y="41275"/>
                  </a:lnTo>
                  <a:lnTo>
                    <a:pt x="1363853" y="34925"/>
                  </a:lnTo>
                  <a:close/>
                </a:path>
                <a:path w="1440180" h="76200">
                  <a:moveTo>
                    <a:pt x="1433703" y="34925"/>
                  </a:moveTo>
                  <a:lnTo>
                    <a:pt x="1376553" y="34925"/>
                  </a:lnTo>
                  <a:lnTo>
                    <a:pt x="1376553" y="41275"/>
                  </a:lnTo>
                  <a:lnTo>
                    <a:pt x="1433703" y="41275"/>
                  </a:lnTo>
                  <a:lnTo>
                    <a:pt x="1440053" y="38100"/>
                  </a:lnTo>
                  <a:lnTo>
                    <a:pt x="1433703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6">
              <a:extLst>
                <a:ext uri="{FF2B5EF4-FFF2-40B4-BE49-F238E27FC236}">
                  <a16:creationId xmlns:a16="http://schemas.microsoft.com/office/drawing/2014/main" id="{9567D2AB-ED43-35C6-E493-33D11D903BB6}"/>
                </a:ext>
              </a:extLst>
            </p:cNvPr>
            <p:cNvSpPr/>
            <p:nvPr/>
          </p:nvSpPr>
          <p:spPr>
            <a:xfrm>
              <a:off x="1623529" y="4878756"/>
              <a:ext cx="935990" cy="472440"/>
            </a:xfrm>
            <a:custGeom>
              <a:avLst/>
              <a:gdLst/>
              <a:ahLst/>
              <a:cxnLst/>
              <a:rect l="l" t="t" r="r" b="b"/>
              <a:pathLst>
                <a:path w="935989" h="472439">
                  <a:moveTo>
                    <a:pt x="0" y="471931"/>
                  </a:moveTo>
                  <a:lnTo>
                    <a:pt x="2016" y="424065"/>
                  </a:lnTo>
                  <a:lnTo>
                    <a:pt x="8719" y="377540"/>
                  </a:lnTo>
                  <a:lnTo>
                    <a:pt x="19876" y="332594"/>
                  </a:lnTo>
                  <a:lnTo>
                    <a:pt x="35254" y="289464"/>
                  </a:lnTo>
                  <a:lnTo>
                    <a:pt x="54618" y="248389"/>
                  </a:lnTo>
                  <a:lnTo>
                    <a:pt x="77737" y="209604"/>
                  </a:lnTo>
                  <a:lnTo>
                    <a:pt x="104376" y="173348"/>
                  </a:lnTo>
                  <a:lnTo>
                    <a:pt x="134302" y="139858"/>
                  </a:lnTo>
                  <a:lnTo>
                    <a:pt x="167282" y="109372"/>
                  </a:lnTo>
                  <a:lnTo>
                    <a:pt x="203083" y="82126"/>
                  </a:lnTo>
                  <a:lnTo>
                    <a:pt x="241471" y="58358"/>
                  </a:lnTo>
                  <a:lnTo>
                    <a:pt x="282213" y="38306"/>
                  </a:lnTo>
                  <a:lnTo>
                    <a:pt x="325076" y="22207"/>
                  </a:lnTo>
                  <a:lnTo>
                    <a:pt x="369827" y="10297"/>
                  </a:lnTo>
                  <a:lnTo>
                    <a:pt x="416232" y="2816"/>
                  </a:lnTo>
                  <a:lnTo>
                    <a:pt x="464058" y="0"/>
                  </a:lnTo>
                  <a:lnTo>
                    <a:pt x="511924" y="2016"/>
                  </a:lnTo>
                  <a:lnTo>
                    <a:pt x="558449" y="8719"/>
                  </a:lnTo>
                  <a:lnTo>
                    <a:pt x="603395" y="19876"/>
                  </a:lnTo>
                  <a:lnTo>
                    <a:pt x="646525" y="35254"/>
                  </a:lnTo>
                  <a:lnTo>
                    <a:pt x="687600" y="54618"/>
                  </a:lnTo>
                  <a:lnTo>
                    <a:pt x="726385" y="77737"/>
                  </a:lnTo>
                  <a:lnTo>
                    <a:pt x="762641" y="104376"/>
                  </a:lnTo>
                  <a:lnTo>
                    <a:pt x="796131" y="134302"/>
                  </a:lnTo>
                  <a:lnTo>
                    <a:pt x="826617" y="167282"/>
                  </a:lnTo>
                  <a:lnTo>
                    <a:pt x="853863" y="203083"/>
                  </a:lnTo>
                  <a:lnTo>
                    <a:pt x="877631" y="241471"/>
                  </a:lnTo>
                  <a:lnTo>
                    <a:pt x="897683" y="282213"/>
                  </a:lnTo>
                  <a:lnTo>
                    <a:pt x="913782" y="325076"/>
                  </a:lnTo>
                  <a:lnTo>
                    <a:pt x="925692" y="369827"/>
                  </a:lnTo>
                  <a:lnTo>
                    <a:pt x="933173" y="416232"/>
                  </a:lnTo>
                  <a:lnTo>
                    <a:pt x="935990" y="464057"/>
                  </a:lnTo>
                  <a:lnTo>
                    <a:pt x="935990" y="466089"/>
                  </a:lnTo>
                  <a:lnTo>
                    <a:pt x="935990" y="468121"/>
                  </a:lnTo>
                  <a:lnTo>
                    <a:pt x="935990" y="470153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7">
              <a:extLst>
                <a:ext uri="{FF2B5EF4-FFF2-40B4-BE49-F238E27FC236}">
                  <a16:creationId xmlns:a16="http://schemas.microsoft.com/office/drawing/2014/main" id="{C4FAD1F6-BABD-971D-C50E-37F5679FAD99}"/>
                </a:ext>
              </a:extLst>
            </p:cNvPr>
            <p:cNvSpPr/>
            <p:nvPr/>
          </p:nvSpPr>
          <p:spPr>
            <a:xfrm>
              <a:off x="1879688" y="4521124"/>
              <a:ext cx="250190" cy="1080135"/>
            </a:xfrm>
            <a:custGeom>
              <a:avLst/>
              <a:gdLst/>
              <a:ahLst/>
              <a:cxnLst/>
              <a:rect l="l" t="t" r="r" b="b"/>
              <a:pathLst>
                <a:path w="250189" h="1080135">
                  <a:moveTo>
                    <a:pt x="53975" y="392049"/>
                  </a:moveTo>
                  <a:lnTo>
                    <a:pt x="51828" y="381584"/>
                  </a:lnTo>
                  <a:lnTo>
                    <a:pt x="46012" y="373024"/>
                  </a:lnTo>
                  <a:lnTo>
                    <a:pt x="37414" y="367245"/>
                  </a:lnTo>
                  <a:lnTo>
                    <a:pt x="26924" y="365125"/>
                  </a:lnTo>
                  <a:lnTo>
                    <a:pt x="16446" y="367245"/>
                  </a:lnTo>
                  <a:lnTo>
                    <a:pt x="7886" y="373024"/>
                  </a:lnTo>
                  <a:lnTo>
                    <a:pt x="2108" y="381584"/>
                  </a:lnTo>
                  <a:lnTo>
                    <a:pt x="0" y="392049"/>
                  </a:lnTo>
                  <a:lnTo>
                    <a:pt x="2108" y="402602"/>
                  </a:lnTo>
                  <a:lnTo>
                    <a:pt x="7886" y="411200"/>
                  </a:lnTo>
                  <a:lnTo>
                    <a:pt x="16446" y="416991"/>
                  </a:lnTo>
                  <a:lnTo>
                    <a:pt x="26924" y="419100"/>
                  </a:lnTo>
                  <a:lnTo>
                    <a:pt x="37414" y="416991"/>
                  </a:lnTo>
                  <a:lnTo>
                    <a:pt x="46012" y="411200"/>
                  </a:lnTo>
                  <a:lnTo>
                    <a:pt x="51828" y="402602"/>
                  </a:lnTo>
                  <a:lnTo>
                    <a:pt x="53975" y="392049"/>
                  </a:lnTo>
                  <a:close/>
                </a:path>
                <a:path w="250189" h="1080135">
                  <a:moveTo>
                    <a:pt x="249936" y="76200"/>
                  </a:moveTo>
                  <a:lnTo>
                    <a:pt x="243586" y="63500"/>
                  </a:lnTo>
                  <a:lnTo>
                    <a:pt x="211836" y="0"/>
                  </a:lnTo>
                  <a:lnTo>
                    <a:pt x="173736" y="76200"/>
                  </a:lnTo>
                  <a:lnTo>
                    <a:pt x="208661" y="76200"/>
                  </a:lnTo>
                  <a:lnTo>
                    <a:pt x="208661" y="1080008"/>
                  </a:lnTo>
                  <a:lnTo>
                    <a:pt x="215011" y="1080008"/>
                  </a:lnTo>
                  <a:lnTo>
                    <a:pt x="215011" y="76200"/>
                  </a:lnTo>
                  <a:lnTo>
                    <a:pt x="24993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29">
            <a:extLst>
              <a:ext uri="{FF2B5EF4-FFF2-40B4-BE49-F238E27FC236}">
                <a16:creationId xmlns:a16="http://schemas.microsoft.com/office/drawing/2014/main" id="{DF8CB49F-483E-0390-2103-AB0B99D7EA5B}"/>
              </a:ext>
            </a:extLst>
          </p:cNvPr>
          <p:cNvSpPr txBox="1"/>
          <p:nvPr/>
        </p:nvSpPr>
        <p:spPr>
          <a:xfrm>
            <a:off x="3701447" y="3320918"/>
            <a:ext cx="6235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513080" algn="l"/>
              </a:tabLst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575" spc="-75" baseline="2645" dirty="0">
                <a:latin typeface="Times New Roman"/>
                <a:cs typeface="Times New Roman"/>
              </a:rPr>
              <a:t>O</a:t>
            </a:r>
            <a:endParaRPr sz="1575" baseline="2645">
              <a:latin typeface="Times New Roman"/>
              <a:cs typeface="Times New Roman"/>
            </a:endParaRPr>
          </a:p>
        </p:txBody>
      </p:sp>
      <p:grpSp>
        <p:nvGrpSpPr>
          <p:cNvPr id="87" name="object 30">
            <a:extLst>
              <a:ext uri="{FF2B5EF4-FFF2-40B4-BE49-F238E27FC236}">
                <a16:creationId xmlns:a16="http://schemas.microsoft.com/office/drawing/2014/main" id="{D4BB15F9-2B5C-E78E-1589-B44635ADAA97}"/>
              </a:ext>
            </a:extLst>
          </p:cNvPr>
          <p:cNvGrpSpPr/>
          <p:nvPr/>
        </p:nvGrpSpPr>
        <p:grpSpPr>
          <a:xfrm>
            <a:off x="4140931" y="2899709"/>
            <a:ext cx="295910" cy="445134"/>
            <a:chOff x="1902612" y="4907521"/>
            <a:chExt cx="295910" cy="445134"/>
          </a:xfrm>
        </p:grpSpPr>
        <p:sp>
          <p:nvSpPr>
            <p:cNvPr id="88" name="object 31">
              <a:extLst>
                <a:ext uri="{FF2B5EF4-FFF2-40B4-BE49-F238E27FC236}">
                  <a16:creationId xmlns:a16="http://schemas.microsoft.com/office/drawing/2014/main" id="{E28EB4C5-130B-AAB9-5E4F-E634567876F2}"/>
                </a:ext>
              </a:extLst>
            </p:cNvPr>
            <p:cNvSpPr/>
            <p:nvPr/>
          </p:nvSpPr>
          <p:spPr>
            <a:xfrm>
              <a:off x="1907374" y="4912284"/>
              <a:ext cx="180340" cy="432434"/>
            </a:xfrm>
            <a:custGeom>
              <a:avLst/>
              <a:gdLst/>
              <a:ahLst/>
              <a:cxnLst/>
              <a:rect l="l" t="t" r="r" b="b"/>
              <a:pathLst>
                <a:path w="180339" h="432435">
                  <a:moveTo>
                    <a:pt x="0" y="0"/>
                  </a:moveTo>
                  <a:lnTo>
                    <a:pt x="179959" y="43205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32">
              <a:extLst>
                <a:ext uri="{FF2B5EF4-FFF2-40B4-BE49-F238E27FC236}">
                  <a16:creationId xmlns:a16="http://schemas.microsoft.com/office/drawing/2014/main" id="{34E1236E-479C-D2B2-434E-393E6B9BC7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915" y="5238245"/>
              <a:ext cx="153416" cy="114347"/>
            </a:xfrm>
            <a:prstGeom prst="rect">
              <a:avLst/>
            </a:prstGeom>
          </p:spPr>
        </p:pic>
      </p:grpSp>
      <p:sp>
        <p:nvSpPr>
          <p:cNvPr id="90" name="object 33">
            <a:extLst>
              <a:ext uri="{FF2B5EF4-FFF2-40B4-BE49-F238E27FC236}">
                <a16:creationId xmlns:a16="http://schemas.microsoft.com/office/drawing/2014/main" id="{E15EFA56-DDAF-65C3-AABE-2C2C59FA2809}"/>
              </a:ext>
            </a:extLst>
          </p:cNvPr>
          <p:cNvSpPr txBox="1"/>
          <p:nvPr/>
        </p:nvSpPr>
        <p:spPr>
          <a:xfrm>
            <a:off x="3512522" y="2686933"/>
            <a:ext cx="9944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847090" algn="l"/>
              </a:tabLst>
            </a:pPr>
            <a:r>
              <a:rPr sz="1050" spc="-10" dirty="0">
                <a:latin typeface="Times New Roman"/>
                <a:cs typeface="Times New Roman"/>
              </a:rPr>
              <a:t>P(</a:t>
            </a:r>
            <a:r>
              <a:rPr sz="1050" spc="-10" dirty="0">
                <a:latin typeface="ＭＳ 明朝"/>
                <a:cs typeface="ＭＳ 明朝"/>
              </a:rPr>
              <a:t>－</a:t>
            </a:r>
            <a:r>
              <a:rPr sz="1050" spc="-10" dirty="0">
                <a:latin typeface="Times New Roman"/>
                <a:cs typeface="Times New Roman"/>
              </a:rPr>
              <a:t>5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spc="-10" dirty="0">
                <a:latin typeface="Times New Roman"/>
                <a:cs typeface="Times New Roman"/>
              </a:rPr>
              <a:t>12)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34">
            <a:extLst>
              <a:ext uri="{FF2B5EF4-FFF2-40B4-BE49-F238E27FC236}">
                <a16:creationId xmlns:a16="http://schemas.microsoft.com/office/drawing/2014/main" id="{80174109-83B1-BDCC-8F19-711988D191A7}"/>
              </a:ext>
            </a:extLst>
          </p:cNvPr>
          <p:cNvSpPr txBox="1"/>
          <p:nvPr/>
        </p:nvSpPr>
        <p:spPr>
          <a:xfrm>
            <a:off x="4410107" y="3081650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8EE2291B-9474-0458-F341-37CBA7B5CF92}"/>
              </a:ext>
            </a:extLst>
          </p:cNvPr>
          <p:cNvSpPr txBox="1"/>
          <p:nvPr/>
        </p:nvSpPr>
        <p:spPr>
          <a:xfrm>
            <a:off x="519197" y="2943150"/>
            <a:ext cx="2986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spc="-15" dirty="0">
                <a:latin typeface="ＭＳ 明朝"/>
                <a:cs typeface="ＭＳ 明朝"/>
              </a:rPr>
              <a:t>右図の，</a:t>
            </a:r>
            <a:r>
              <a:rPr lang="en-US" altLang="ja-JP" sz="1200" spc="-10" dirty="0" err="1">
                <a:latin typeface="Times New Roman"/>
                <a:cs typeface="Times New Roman"/>
              </a:rPr>
              <a:t>sin</a:t>
            </a:r>
            <a:r>
              <a:rPr lang="en-US" altLang="ja-JP" sz="12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200" spc="-10" dirty="0">
                <a:latin typeface="ＭＳ 明朝"/>
                <a:cs typeface="ＭＳ 明朝"/>
              </a:rPr>
              <a:t>，</a:t>
            </a:r>
            <a:r>
              <a:rPr lang="en-US" altLang="ja-JP" sz="1200" spc="-10" dirty="0" err="1">
                <a:latin typeface="Times New Roman"/>
                <a:cs typeface="Times New Roman"/>
              </a:rPr>
              <a:t>cos</a:t>
            </a:r>
            <a:r>
              <a:rPr lang="en-US" altLang="ja-JP" sz="12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200" spc="-10" dirty="0">
                <a:latin typeface="ＭＳ 明朝"/>
                <a:cs typeface="ＭＳ 明朝"/>
              </a:rPr>
              <a:t>，</a:t>
            </a:r>
            <a:r>
              <a:rPr lang="en-US" altLang="ja-JP" sz="1200" spc="-10" dirty="0" err="1">
                <a:latin typeface="Times New Roman"/>
                <a:cs typeface="Times New Roman"/>
              </a:rPr>
              <a:t>tan</a:t>
            </a:r>
            <a:r>
              <a:rPr lang="en-US" altLang="ja-JP" sz="12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200" i="1" spc="50" dirty="0">
                <a:latin typeface="Times New Roman"/>
                <a:cs typeface="Times New Roman"/>
              </a:rPr>
              <a:t> </a:t>
            </a:r>
            <a:r>
              <a:rPr lang="ja-JP" altLang="en-US" sz="1200" spc="-20" dirty="0">
                <a:latin typeface="ＭＳ 明朝"/>
                <a:cs typeface="ＭＳ 明朝"/>
              </a:rPr>
              <a:t>の値を求めよ。</a:t>
            </a:r>
            <a:endParaRPr kumimoji="1" lang="ja-JP" altLang="en-US" sz="1200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663F1A26-1174-D275-30B4-84243A28D3FD}"/>
              </a:ext>
            </a:extLst>
          </p:cNvPr>
          <p:cNvSpPr/>
          <p:nvPr/>
        </p:nvSpPr>
        <p:spPr>
          <a:xfrm>
            <a:off x="419100" y="1658405"/>
            <a:ext cx="5676900" cy="47239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object 35">
            <a:extLst>
              <a:ext uri="{FF2B5EF4-FFF2-40B4-BE49-F238E27FC236}">
                <a16:creationId xmlns:a16="http://schemas.microsoft.com/office/drawing/2014/main" id="{EF82E6B8-1B45-FD3E-B24F-1B9272424305}"/>
              </a:ext>
            </a:extLst>
          </p:cNvPr>
          <p:cNvSpPr txBox="1"/>
          <p:nvPr/>
        </p:nvSpPr>
        <p:spPr>
          <a:xfrm>
            <a:off x="4485742" y="4652783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8" name="object 36">
            <a:extLst>
              <a:ext uri="{FF2B5EF4-FFF2-40B4-BE49-F238E27FC236}">
                <a16:creationId xmlns:a16="http://schemas.microsoft.com/office/drawing/2014/main" id="{61903DD2-0260-8F5F-56C3-0AA695EE2E7C}"/>
              </a:ext>
            </a:extLst>
          </p:cNvPr>
          <p:cNvSpPr txBox="1"/>
          <p:nvPr/>
        </p:nvSpPr>
        <p:spPr>
          <a:xfrm>
            <a:off x="3900525" y="5254764"/>
            <a:ext cx="213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9" name="object 37">
            <a:extLst>
              <a:ext uri="{FF2B5EF4-FFF2-40B4-BE49-F238E27FC236}">
                <a16:creationId xmlns:a16="http://schemas.microsoft.com/office/drawing/2014/main" id="{D6C76F8D-0D7A-39A6-67BE-CD83202DFACA}"/>
              </a:ext>
            </a:extLst>
          </p:cNvPr>
          <p:cNvSpPr txBox="1"/>
          <p:nvPr/>
        </p:nvSpPr>
        <p:spPr>
          <a:xfrm>
            <a:off x="4874743" y="5253239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0" name="object 38">
            <a:extLst>
              <a:ext uri="{FF2B5EF4-FFF2-40B4-BE49-F238E27FC236}">
                <a16:creationId xmlns:a16="http://schemas.microsoft.com/office/drawing/2014/main" id="{EA1E7F8B-2D8A-7440-D9FB-01E80C82D75B}"/>
              </a:ext>
            </a:extLst>
          </p:cNvPr>
          <p:cNvSpPr txBox="1"/>
          <p:nvPr/>
        </p:nvSpPr>
        <p:spPr>
          <a:xfrm>
            <a:off x="5176482" y="5222759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81" name="object 39">
            <a:extLst>
              <a:ext uri="{FF2B5EF4-FFF2-40B4-BE49-F238E27FC236}">
                <a16:creationId xmlns:a16="http://schemas.microsoft.com/office/drawing/2014/main" id="{CB59BFF3-BE10-69BA-D3DE-A7AD7182F91D}"/>
              </a:ext>
            </a:extLst>
          </p:cNvPr>
          <p:cNvGrpSpPr/>
          <p:nvPr/>
        </p:nvGrpSpPr>
        <p:grpSpPr>
          <a:xfrm>
            <a:off x="3746474" y="4441062"/>
            <a:ext cx="1440180" cy="1080135"/>
            <a:chOff x="4414100" y="4513504"/>
            <a:chExt cx="1440180" cy="1080135"/>
          </a:xfrm>
        </p:grpSpPr>
        <p:sp>
          <p:nvSpPr>
            <p:cNvPr id="182" name="object 40">
              <a:extLst>
                <a:ext uri="{FF2B5EF4-FFF2-40B4-BE49-F238E27FC236}">
                  <a16:creationId xmlns:a16="http://schemas.microsoft.com/office/drawing/2014/main" id="{35220E6D-65EF-E5AD-7722-6896F81A302F}"/>
                </a:ext>
              </a:extLst>
            </p:cNvPr>
            <p:cNvSpPr/>
            <p:nvPr/>
          </p:nvSpPr>
          <p:spPr>
            <a:xfrm>
              <a:off x="4414100" y="530357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79" h="76200">
                  <a:moveTo>
                    <a:pt x="1363726" y="0"/>
                  </a:moveTo>
                  <a:lnTo>
                    <a:pt x="1363726" y="76200"/>
                  </a:lnTo>
                  <a:lnTo>
                    <a:pt x="1433576" y="41275"/>
                  </a:lnTo>
                  <a:lnTo>
                    <a:pt x="1376426" y="41275"/>
                  </a:lnTo>
                  <a:lnTo>
                    <a:pt x="1376426" y="34925"/>
                  </a:lnTo>
                  <a:lnTo>
                    <a:pt x="1433576" y="34925"/>
                  </a:lnTo>
                  <a:lnTo>
                    <a:pt x="1363726" y="0"/>
                  </a:lnTo>
                  <a:close/>
                </a:path>
                <a:path w="1440179" h="76200">
                  <a:moveTo>
                    <a:pt x="1363726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726" y="41275"/>
                  </a:lnTo>
                  <a:lnTo>
                    <a:pt x="1363726" y="34925"/>
                  </a:lnTo>
                  <a:close/>
                </a:path>
                <a:path w="1440179" h="76200">
                  <a:moveTo>
                    <a:pt x="1433576" y="34925"/>
                  </a:moveTo>
                  <a:lnTo>
                    <a:pt x="1376426" y="34925"/>
                  </a:lnTo>
                  <a:lnTo>
                    <a:pt x="1376426" y="41275"/>
                  </a:lnTo>
                  <a:lnTo>
                    <a:pt x="1433576" y="41275"/>
                  </a:lnTo>
                  <a:lnTo>
                    <a:pt x="1439926" y="38100"/>
                  </a:lnTo>
                  <a:lnTo>
                    <a:pt x="1433576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41">
              <a:extLst>
                <a:ext uri="{FF2B5EF4-FFF2-40B4-BE49-F238E27FC236}">
                  <a16:creationId xmlns:a16="http://schemas.microsoft.com/office/drawing/2014/main" id="{EE4D6B25-B02D-1A13-5CDF-9FCFCD664E90}"/>
                </a:ext>
              </a:extLst>
            </p:cNvPr>
            <p:cNvSpPr/>
            <p:nvPr/>
          </p:nvSpPr>
          <p:spPr>
            <a:xfrm>
              <a:off x="4707978" y="4908855"/>
              <a:ext cx="864235" cy="436245"/>
            </a:xfrm>
            <a:custGeom>
              <a:avLst/>
              <a:gdLst/>
              <a:ahLst/>
              <a:cxnLst/>
              <a:rect l="l" t="t" r="r" b="b"/>
              <a:pathLst>
                <a:path w="864235" h="436245">
                  <a:moveTo>
                    <a:pt x="0" y="435737"/>
                  </a:moveTo>
                  <a:lnTo>
                    <a:pt x="2134" y="388635"/>
                  </a:lnTo>
                  <a:lnTo>
                    <a:pt x="9174" y="342961"/>
                  </a:lnTo>
                  <a:lnTo>
                    <a:pt x="20860" y="298980"/>
                  </a:lnTo>
                  <a:lnTo>
                    <a:pt x="36930" y="256958"/>
                  </a:lnTo>
                  <a:lnTo>
                    <a:pt x="57121" y="217160"/>
                  </a:lnTo>
                  <a:lnTo>
                    <a:pt x="81174" y="179853"/>
                  </a:lnTo>
                  <a:lnTo>
                    <a:pt x="108826" y="145302"/>
                  </a:lnTo>
                  <a:lnTo>
                    <a:pt x="139816" y="113772"/>
                  </a:lnTo>
                  <a:lnTo>
                    <a:pt x="173882" y="85530"/>
                  </a:lnTo>
                  <a:lnTo>
                    <a:pt x="210763" y="60842"/>
                  </a:lnTo>
                  <a:lnTo>
                    <a:pt x="250198" y="39972"/>
                  </a:lnTo>
                  <a:lnTo>
                    <a:pt x="291925" y="23188"/>
                  </a:lnTo>
                  <a:lnTo>
                    <a:pt x="335682" y="10753"/>
                  </a:lnTo>
                  <a:lnTo>
                    <a:pt x="381209" y="2935"/>
                  </a:lnTo>
                  <a:lnTo>
                    <a:pt x="428244" y="0"/>
                  </a:lnTo>
                  <a:lnTo>
                    <a:pt x="475345" y="2134"/>
                  </a:lnTo>
                  <a:lnTo>
                    <a:pt x="521019" y="9175"/>
                  </a:lnTo>
                  <a:lnTo>
                    <a:pt x="565000" y="20861"/>
                  </a:lnTo>
                  <a:lnTo>
                    <a:pt x="607022" y="36932"/>
                  </a:lnTo>
                  <a:lnTo>
                    <a:pt x="646820" y="57126"/>
                  </a:lnTo>
                  <a:lnTo>
                    <a:pt x="684127" y="81182"/>
                  </a:lnTo>
                  <a:lnTo>
                    <a:pt x="718678" y="108839"/>
                  </a:lnTo>
                  <a:lnTo>
                    <a:pt x="750208" y="139835"/>
                  </a:lnTo>
                  <a:lnTo>
                    <a:pt x="778450" y="173909"/>
                  </a:lnTo>
                  <a:lnTo>
                    <a:pt x="803138" y="210801"/>
                  </a:lnTo>
                  <a:lnTo>
                    <a:pt x="824008" y="250248"/>
                  </a:lnTo>
                  <a:lnTo>
                    <a:pt x="840792" y="291990"/>
                  </a:lnTo>
                  <a:lnTo>
                    <a:pt x="853227" y="335765"/>
                  </a:lnTo>
                  <a:lnTo>
                    <a:pt x="861045" y="381312"/>
                  </a:lnTo>
                  <a:lnTo>
                    <a:pt x="863981" y="428371"/>
                  </a:lnTo>
                  <a:lnTo>
                    <a:pt x="863981" y="430276"/>
                  </a:lnTo>
                  <a:lnTo>
                    <a:pt x="863981" y="432181"/>
                  </a:lnTo>
                  <a:lnTo>
                    <a:pt x="863981" y="43395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42">
              <a:extLst>
                <a:ext uri="{FF2B5EF4-FFF2-40B4-BE49-F238E27FC236}">
                  <a16:creationId xmlns:a16="http://schemas.microsoft.com/office/drawing/2014/main" id="{084CF1E8-C9D6-455B-1A5D-58D60BE5F859}"/>
                </a:ext>
              </a:extLst>
            </p:cNvPr>
            <p:cNvSpPr/>
            <p:nvPr/>
          </p:nvSpPr>
          <p:spPr>
            <a:xfrm>
              <a:off x="4998935" y="4513504"/>
              <a:ext cx="173355" cy="1080135"/>
            </a:xfrm>
            <a:custGeom>
              <a:avLst/>
              <a:gdLst/>
              <a:ahLst/>
              <a:cxnLst/>
              <a:rect l="l" t="t" r="r" b="b"/>
              <a:pathLst>
                <a:path w="173354" h="1080135">
                  <a:moveTo>
                    <a:pt x="53975" y="413004"/>
                  </a:moveTo>
                  <a:lnTo>
                    <a:pt x="51854" y="402539"/>
                  </a:lnTo>
                  <a:lnTo>
                    <a:pt x="46062" y="393979"/>
                  </a:lnTo>
                  <a:lnTo>
                    <a:pt x="37465" y="388200"/>
                  </a:lnTo>
                  <a:lnTo>
                    <a:pt x="26924" y="386080"/>
                  </a:lnTo>
                  <a:lnTo>
                    <a:pt x="16446" y="388200"/>
                  </a:lnTo>
                  <a:lnTo>
                    <a:pt x="7886" y="393979"/>
                  </a:lnTo>
                  <a:lnTo>
                    <a:pt x="2108" y="402539"/>
                  </a:lnTo>
                  <a:lnTo>
                    <a:pt x="0" y="413004"/>
                  </a:lnTo>
                  <a:lnTo>
                    <a:pt x="2108" y="423557"/>
                  </a:lnTo>
                  <a:lnTo>
                    <a:pt x="7886" y="432155"/>
                  </a:lnTo>
                  <a:lnTo>
                    <a:pt x="16446" y="437946"/>
                  </a:lnTo>
                  <a:lnTo>
                    <a:pt x="26924" y="440055"/>
                  </a:lnTo>
                  <a:lnTo>
                    <a:pt x="37465" y="437946"/>
                  </a:lnTo>
                  <a:lnTo>
                    <a:pt x="46062" y="432155"/>
                  </a:lnTo>
                  <a:lnTo>
                    <a:pt x="51854" y="423557"/>
                  </a:lnTo>
                  <a:lnTo>
                    <a:pt x="53975" y="413004"/>
                  </a:lnTo>
                  <a:close/>
                </a:path>
                <a:path w="173354" h="1080135">
                  <a:moveTo>
                    <a:pt x="173228" y="76200"/>
                  </a:moveTo>
                  <a:lnTo>
                    <a:pt x="166878" y="63500"/>
                  </a:lnTo>
                  <a:lnTo>
                    <a:pt x="135128" y="0"/>
                  </a:lnTo>
                  <a:lnTo>
                    <a:pt x="97028" y="76200"/>
                  </a:lnTo>
                  <a:lnTo>
                    <a:pt x="131953" y="76200"/>
                  </a:lnTo>
                  <a:lnTo>
                    <a:pt x="131953" y="1080008"/>
                  </a:lnTo>
                  <a:lnTo>
                    <a:pt x="138303" y="1080008"/>
                  </a:lnTo>
                  <a:lnTo>
                    <a:pt x="138303" y="76200"/>
                  </a:lnTo>
                  <a:lnTo>
                    <a:pt x="17322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43">
            <a:extLst>
              <a:ext uri="{FF2B5EF4-FFF2-40B4-BE49-F238E27FC236}">
                <a16:creationId xmlns:a16="http://schemas.microsoft.com/office/drawing/2014/main" id="{87D6A1A1-2F8C-6803-7F30-5D978F2173A9}"/>
              </a:ext>
            </a:extLst>
          </p:cNvPr>
          <p:cNvSpPr txBox="1"/>
          <p:nvPr/>
        </p:nvSpPr>
        <p:spPr>
          <a:xfrm>
            <a:off x="4379062" y="4303788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6" name="object 44">
            <a:extLst>
              <a:ext uri="{FF2B5EF4-FFF2-40B4-BE49-F238E27FC236}">
                <a16:creationId xmlns:a16="http://schemas.microsoft.com/office/drawing/2014/main" id="{63C0252E-AA32-3AFF-1872-1214CEA798A6}"/>
              </a:ext>
            </a:extLst>
          </p:cNvPr>
          <p:cNvSpPr txBox="1"/>
          <p:nvPr/>
        </p:nvSpPr>
        <p:spPr>
          <a:xfrm>
            <a:off x="4359249" y="5234952"/>
            <a:ext cx="1098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O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87" name="object 45">
            <a:extLst>
              <a:ext uri="{FF2B5EF4-FFF2-40B4-BE49-F238E27FC236}">
                <a16:creationId xmlns:a16="http://schemas.microsoft.com/office/drawing/2014/main" id="{A23C8AF7-E083-CF69-311E-67DDA154EE52}"/>
              </a:ext>
            </a:extLst>
          </p:cNvPr>
          <p:cNvGrpSpPr/>
          <p:nvPr/>
        </p:nvGrpSpPr>
        <p:grpSpPr>
          <a:xfrm>
            <a:off x="4353725" y="4850700"/>
            <a:ext cx="222250" cy="427990"/>
            <a:chOff x="5021351" y="4923142"/>
            <a:chExt cx="222250" cy="427990"/>
          </a:xfrm>
        </p:grpSpPr>
        <p:sp>
          <p:nvSpPr>
            <p:cNvPr id="188" name="object 46">
              <a:extLst>
                <a:ext uri="{FF2B5EF4-FFF2-40B4-BE49-F238E27FC236}">
                  <a16:creationId xmlns:a16="http://schemas.microsoft.com/office/drawing/2014/main" id="{D0AD4C73-B258-F1C4-0862-B30742D211E0}"/>
                </a:ext>
              </a:extLst>
            </p:cNvPr>
            <p:cNvSpPr/>
            <p:nvPr/>
          </p:nvSpPr>
          <p:spPr>
            <a:xfrm>
              <a:off x="5026113" y="4927905"/>
              <a:ext cx="107950" cy="418465"/>
            </a:xfrm>
            <a:custGeom>
              <a:avLst/>
              <a:gdLst/>
              <a:ahLst/>
              <a:cxnLst/>
              <a:rect l="l" t="t" r="r" b="b"/>
              <a:pathLst>
                <a:path w="107950" h="418464">
                  <a:moveTo>
                    <a:pt x="0" y="0"/>
                  </a:moveTo>
                  <a:lnTo>
                    <a:pt x="107950" y="41833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47">
              <a:extLst>
                <a:ext uri="{FF2B5EF4-FFF2-40B4-BE49-F238E27FC236}">
                  <a16:creationId xmlns:a16="http://schemas.microsoft.com/office/drawing/2014/main" id="{0DE7AC12-0A52-8D83-8A5D-0B99AF6E149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0408" y="5231578"/>
              <a:ext cx="142748" cy="113395"/>
            </a:xfrm>
            <a:prstGeom prst="rect">
              <a:avLst/>
            </a:prstGeom>
          </p:spPr>
        </p:pic>
      </p:grpSp>
      <p:sp>
        <p:nvSpPr>
          <p:cNvPr id="190" name="object 48">
            <a:extLst>
              <a:ext uri="{FF2B5EF4-FFF2-40B4-BE49-F238E27FC236}">
                <a16:creationId xmlns:a16="http://schemas.microsoft.com/office/drawing/2014/main" id="{A21AB282-0484-6DDD-592A-3A2E4E170F1C}"/>
              </a:ext>
            </a:extLst>
          </p:cNvPr>
          <p:cNvSpPr txBox="1"/>
          <p:nvPr/>
        </p:nvSpPr>
        <p:spPr>
          <a:xfrm>
            <a:off x="4552797" y="5020068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object 50">
                <a:extLst>
                  <a:ext uri="{FF2B5EF4-FFF2-40B4-BE49-F238E27FC236}">
                    <a16:creationId xmlns:a16="http://schemas.microsoft.com/office/drawing/2014/main" id="{515899D1-AE38-CF71-54AC-F6B1E453E8B8}"/>
                  </a:ext>
                </a:extLst>
              </p:cNvPr>
              <p:cNvSpPr txBox="1"/>
              <p:nvPr/>
            </p:nvSpPr>
            <p:spPr>
              <a:xfrm>
                <a:off x="3700129" y="4651513"/>
                <a:ext cx="891127" cy="15465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ts val="865"/>
                  </a:lnSpc>
                </a:pPr>
                <a:r>
                  <a:rPr sz="900" dirty="0">
                    <a:latin typeface="Cambria Math"/>
                    <a:cs typeface="Cambria Math"/>
                  </a:rPr>
                  <a:t>P</a:t>
                </a:r>
                <a:r>
                  <a:rPr sz="900" spc="-50" dirty="0">
                    <a:latin typeface="Cambria Math"/>
                    <a:cs typeface="Cambria Math"/>
                  </a:rPr>
                  <a:t> </a:t>
                </a:r>
                <a:r>
                  <a:rPr sz="900" spc="65" dirty="0">
                    <a:latin typeface="Cambria Math"/>
                    <a:cs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900" spc="65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900" i="1" spc="65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900" i="0" spc="65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900" i="0" spc="65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900" spc="6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900" dirty="0">
                    <a:latin typeface="ＭＳ 明朝"/>
                    <a:cs typeface="ＭＳ 明朝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900" spc="9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900" spc="90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900" spc="90" dirty="0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ja-JP" altLang="en-US" sz="900" i="0" spc="9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900" spc="90" dirty="0">
                    <a:latin typeface="Cambria Math"/>
                    <a:cs typeface="Cambria Math"/>
                  </a:rPr>
                  <a:t>)</a:t>
                </a:r>
                <a:endParaRPr sz="9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92" name="object 50">
                <a:extLst>
                  <a:ext uri="{FF2B5EF4-FFF2-40B4-BE49-F238E27FC236}">
                    <a16:creationId xmlns:a16="http://schemas.microsoft.com/office/drawing/2014/main" id="{515899D1-AE38-CF71-54AC-F6B1E453E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129" y="4651513"/>
                <a:ext cx="891127" cy="154658"/>
              </a:xfrm>
              <a:prstGeom prst="rect">
                <a:avLst/>
              </a:prstGeom>
              <a:blipFill>
                <a:blip r:embed="rId6"/>
                <a:stretch>
                  <a:fillRect l="-4110" t="-36000" b="-3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C982DA06-E308-7EB7-AF46-3031B3CFFFB0}"/>
              </a:ext>
            </a:extLst>
          </p:cNvPr>
          <p:cNvSpPr txBox="1"/>
          <p:nvPr/>
        </p:nvSpPr>
        <p:spPr>
          <a:xfrm>
            <a:off x="6450609" y="1868143"/>
            <a:ext cx="247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pc="-15" dirty="0">
                <a:latin typeface="ＭＳ 明朝"/>
                <a:cs typeface="ＭＳ 明朝"/>
              </a:rPr>
              <a:t>以下の問いに答えよ</a:t>
            </a:r>
            <a:r>
              <a:rPr lang="ja-JP" altLang="en-US" spc="-20" dirty="0">
                <a:latin typeface="ＭＳ 明朝"/>
                <a:cs typeface="ＭＳ 明朝"/>
              </a:rPr>
              <a:t>。</a:t>
            </a:r>
            <a:endParaRPr kumimoji="1" lang="ja-JP" altLang="en-US" dirty="0"/>
          </a:p>
        </p:txBody>
      </p:sp>
      <p:sp>
        <p:nvSpPr>
          <p:cNvPr id="224" name="テキスト ボックス 223">
            <a:extLst>
              <a:ext uri="{FF2B5EF4-FFF2-40B4-BE49-F238E27FC236}">
                <a16:creationId xmlns:a16="http://schemas.microsoft.com/office/drawing/2014/main" id="{DBF243B6-0C8D-CE70-FB7D-A4521ABDDFFC}"/>
              </a:ext>
            </a:extLst>
          </p:cNvPr>
          <p:cNvSpPr txBox="1"/>
          <p:nvPr/>
        </p:nvSpPr>
        <p:spPr>
          <a:xfrm>
            <a:off x="526127" y="4836413"/>
            <a:ext cx="2986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spc="-15" dirty="0">
                <a:latin typeface="ＭＳ 明朝"/>
                <a:cs typeface="ＭＳ 明朝"/>
              </a:rPr>
              <a:t>右図の，</a:t>
            </a:r>
            <a:r>
              <a:rPr lang="en-US" altLang="ja-JP" sz="1200" spc="-10" dirty="0" err="1">
                <a:latin typeface="Times New Roman"/>
                <a:cs typeface="Times New Roman"/>
              </a:rPr>
              <a:t>sin</a:t>
            </a:r>
            <a:r>
              <a:rPr lang="en-US" altLang="ja-JP" sz="12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200" spc="-10" dirty="0">
                <a:latin typeface="ＭＳ 明朝"/>
                <a:cs typeface="ＭＳ 明朝"/>
              </a:rPr>
              <a:t>，</a:t>
            </a:r>
            <a:r>
              <a:rPr lang="en-US" altLang="ja-JP" sz="1200" spc="-10" dirty="0" err="1">
                <a:latin typeface="Times New Roman"/>
                <a:cs typeface="Times New Roman"/>
              </a:rPr>
              <a:t>cos</a:t>
            </a:r>
            <a:r>
              <a:rPr lang="en-US" altLang="ja-JP" sz="12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200" spc="-10" dirty="0">
                <a:latin typeface="ＭＳ 明朝"/>
                <a:cs typeface="ＭＳ 明朝"/>
              </a:rPr>
              <a:t>，</a:t>
            </a:r>
            <a:r>
              <a:rPr lang="en-US" altLang="ja-JP" sz="1200" spc="-10" dirty="0" err="1">
                <a:latin typeface="Times New Roman"/>
                <a:cs typeface="Times New Roman"/>
              </a:rPr>
              <a:t>tan</a:t>
            </a:r>
            <a:r>
              <a:rPr lang="en-US" altLang="ja-JP" sz="12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200" i="1" spc="50" dirty="0">
                <a:latin typeface="Times New Roman"/>
                <a:cs typeface="Times New Roman"/>
              </a:rPr>
              <a:t> </a:t>
            </a:r>
            <a:r>
              <a:rPr lang="ja-JP" altLang="en-US" sz="1200" spc="-20" dirty="0">
                <a:latin typeface="ＭＳ 明朝"/>
                <a:cs typeface="ＭＳ 明朝"/>
              </a:rPr>
              <a:t>の値を求めよ。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32992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955</Words>
  <Application>Microsoft Office PowerPoint</Application>
  <PresentationFormat>ワイド画面</PresentationFormat>
  <Paragraphs>169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ＭＳ 明朝</vt:lpstr>
      <vt:lpstr>游ゴシック</vt:lpstr>
      <vt:lpstr>游ゴシック Light</vt:lpstr>
      <vt:lpstr>Arial</vt:lpstr>
      <vt:lpstr>Cambria Math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内藤 真広</dc:creator>
  <cp:lastModifiedBy>内藤 真広</cp:lastModifiedBy>
  <cp:revision>179</cp:revision>
  <dcterms:created xsi:type="dcterms:W3CDTF">2026-05-05T13:54:03Z</dcterms:created>
  <dcterms:modified xsi:type="dcterms:W3CDTF">2026-05-05T20:49:37Z</dcterms:modified>
</cp:coreProperties>
</file>